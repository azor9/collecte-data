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80" r:id="rId3"/>
    <p:sldId id="283" r:id="rId4"/>
    <p:sldId id="282" r:id="rId5"/>
    <p:sldId id="277" r:id="rId6"/>
    <p:sldId id="281" r:id="rId7"/>
    <p:sldId id="284" r:id="rId8"/>
    <p:sldId id="285" r:id="rId9"/>
    <p:sldId id="286" r:id="rId10"/>
    <p:sldId id="287" r:id="rId11"/>
    <p:sldId id="288" r:id="rId12"/>
    <p:sldId id="289" r:id="rId13"/>
    <p:sldId id="290" r:id="rId14"/>
    <p:sldId id="291"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68AB16-9DA9-4B2A-ADCC-DEF20A38A5C5}" v="7" dt="2026-04-07T13:51:30.0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 SOLER (Omnicom)" userId="fb5e1303-b64f-49bd-ac8a-f235a53142ba" providerId="ADAL" clId="{4AC48D3C-19DA-4187-9ED0-45D57D38851D}"/>
    <pc:docChg chg="undo custSel mod addSld delSld modSld sldOrd modMainMaster">
      <pc:chgData name="Jean SOLER (Omnicom)" userId="fb5e1303-b64f-49bd-ac8a-f235a53142ba" providerId="ADAL" clId="{4AC48D3C-19DA-4187-9ED0-45D57D38851D}" dt="2026-04-07T15:02:34.170" v="4780" actId="20577"/>
      <pc:docMkLst>
        <pc:docMk/>
      </pc:docMkLst>
      <pc:sldChg chg="addSp delSp modSp mod modNotesTx">
        <pc:chgData name="Jean SOLER (Omnicom)" userId="fb5e1303-b64f-49bd-ac8a-f235a53142ba" providerId="ADAL" clId="{4AC48D3C-19DA-4187-9ED0-45D57D38851D}" dt="2026-04-06T21:53:13.140" v="1320" actId="20577"/>
        <pc:sldMkLst>
          <pc:docMk/>
          <pc:sldMk cId="0" sldId="256"/>
        </pc:sldMkLst>
        <pc:spChg chg="mod">
          <ac:chgData name="Jean SOLER (Omnicom)" userId="fb5e1303-b64f-49bd-ac8a-f235a53142ba" providerId="ADAL" clId="{4AC48D3C-19DA-4187-9ED0-45D57D38851D}" dt="2026-04-06T20:57:07.734" v="39" actId="1076"/>
          <ac:spMkLst>
            <pc:docMk/>
            <pc:sldMk cId="0" sldId="256"/>
            <ac:spMk id="2" creationId="{00000000-0000-0000-0000-000000000000}"/>
          </ac:spMkLst>
        </pc:spChg>
        <pc:spChg chg="del">
          <ac:chgData name="Jean SOLER (Omnicom)" userId="fb5e1303-b64f-49bd-ac8a-f235a53142ba" providerId="ADAL" clId="{4AC48D3C-19DA-4187-9ED0-45D57D38851D}" dt="2026-04-06T20:57:01.608" v="37" actId="478"/>
          <ac:spMkLst>
            <pc:docMk/>
            <pc:sldMk cId="0" sldId="256"/>
            <ac:spMk id="3" creationId="{00000000-0000-0000-0000-000000000000}"/>
          </ac:spMkLst>
        </pc:spChg>
        <pc:spChg chg="add del mod">
          <ac:chgData name="Jean SOLER (Omnicom)" userId="fb5e1303-b64f-49bd-ac8a-f235a53142ba" providerId="ADAL" clId="{4AC48D3C-19DA-4187-9ED0-45D57D38851D}" dt="2026-04-06T20:57:03.574" v="38" actId="478"/>
          <ac:spMkLst>
            <pc:docMk/>
            <pc:sldMk cId="0" sldId="256"/>
            <ac:spMk id="5" creationId="{4A7F44BE-9C5B-61FE-4688-3B43BCE653EA}"/>
          </ac:spMkLst>
        </pc:spChg>
      </pc:sldChg>
      <pc:sldChg chg="del">
        <pc:chgData name="Jean SOLER (Omnicom)" userId="fb5e1303-b64f-49bd-ac8a-f235a53142ba" providerId="ADAL" clId="{4AC48D3C-19DA-4187-9ED0-45D57D38851D}" dt="2026-04-07T08:57:44.204" v="3578" actId="47"/>
        <pc:sldMkLst>
          <pc:docMk/>
          <pc:sldMk cId="0" sldId="257"/>
        </pc:sldMkLst>
      </pc:sldChg>
      <pc:sldChg chg="del">
        <pc:chgData name="Jean SOLER (Omnicom)" userId="fb5e1303-b64f-49bd-ac8a-f235a53142ba" providerId="ADAL" clId="{4AC48D3C-19DA-4187-9ED0-45D57D38851D}" dt="2026-04-07T13:56:32.666" v="4752" actId="47"/>
        <pc:sldMkLst>
          <pc:docMk/>
          <pc:sldMk cId="0" sldId="258"/>
        </pc:sldMkLst>
      </pc:sldChg>
      <pc:sldChg chg="del">
        <pc:chgData name="Jean SOLER (Omnicom)" userId="fb5e1303-b64f-49bd-ac8a-f235a53142ba" providerId="ADAL" clId="{4AC48D3C-19DA-4187-9ED0-45D57D38851D}" dt="2026-04-07T08:57:47.091" v="3579" actId="47"/>
        <pc:sldMkLst>
          <pc:docMk/>
          <pc:sldMk cId="0" sldId="259"/>
        </pc:sldMkLst>
      </pc:sldChg>
      <pc:sldChg chg="del">
        <pc:chgData name="Jean SOLER (Omnicom)" userId="fb5e1303-b64f-49bd-ac8a-f235a53142ba" providerId="ADAL" clId="{4AC48D3C-19DA-4187-9ED0-45D57D38851D}" dt="2026-04-07T08:57:49.609" v="3580" actId="47"/>
        <pc:sldMkLst>
          <pc:docMk/>
          <pc:sldMk cId="0" sldId="260"/>
        </pc:sldMkLst>
      </pc:sldChg>
      <pc:sldChg chg="del">
        <pc:chgData name="Jean SOLER (Omnicom)" userId="fb5e1303-b64f-49bd-ac8a-f235a53142ba" providerId="ADAL" clId="{4AC48D3C-19DA-4187-9ED0-45D57D38851D}" dt="2026-04-07T08:57:50.595" v="3581" actId="47"/>
        <pc:sldMkLst>
          <pc:docMk/>
          <pc:sldMk cId="0" sldId="261"/>
        </pc:sldMkLst>
      </pc:sldChg>
      <pc:sldChg chg="del">
        <pc:chgData name="Jean SOLER (Omnicom)" userId="fb5e1303-b64f-49bd-ac8a-f235a53142ba" providerId="ADAL" clId="{4AC48D3C-19DA-4187-9ED0-45D57D38851D}" dt="2026-04-07T08:57:53.968" v="3582" actId="47"/>
        <pc:sldMkLst>
          <pc:docMk/>
          <pc:sldMk cId="0" sldId="262"/>
        </pc:sldMkLst>
      </pc:sldChg>
      <pc:sldChg chg="del">
        <pc:chgData name="Jean SOLER (Omnicom)" userId="fb5e1303-b64f-49bd-ac8a-f235a53142ba" providerId="ADAL" clId="{4AC48D3C-19DA-4187-9ED0-45D57D38851D}" dt="2026-04-07T08:57:57.911" v="3583" actId="47"/>
        <pc:sldMkLst>
          <pc:docMk/>
          <pc:sldMk cId="0" sldId="263"/>
        </pc:sldMkLst>
      </pc:sldChg>
      <pc:sldChg chg="del">
        <pc:chgData name="Jean SOLER (Omnicom)" userId="fb5e1303-b64f-49bd-ac8a-f235a53142ba" providerId="ADAL" clId="{4AC48D3C-19DA-4187-9ED0-45D57D38851D}" dt="2026-04-07T08:58:00.622" v="3584" actId="47"/>
        <pc:sldMkLst>
          <pc:docMk/>
          <pc:sldMk cId="0" sldId="264"/>
        </pc:sldMkLst>
      </pc:sldChg>
      <pc:sldChg chg="del">
        <pc:chgData name="Jean SOLER (Omnicom)" userId="fb5e1303-b64f-49bd-ac8a-f235a53142ba" providerId="ADAL" clId="{4AC48D3C-19DA-4187-9ED0-45D57D38851D}" dt="2026-04-07T08:58:27.449" v="3657" actId="47"/>
        <pc:sldMkLst>
          <pc:docMk/>
          <pc:sldMk cId="0" sldId="265"/>
        </pc:sldMkLst>
      </pc:sldChg>
      <pc:sldChg chg="del">
        <pc:chgData name="Jean SOLER (Omnicom)" userId="fb5e1303-b64f-49bd-ac8a-f235a53142ba" providerId="ADAL" clId="{4AC48D3C-19DA-4187-9ED0-45D57D38851D}" dt="2026-04-07T13:56:33.834" v="4753" actId="47"/>
        <pc:sldMkLst>
          <pc:docMk/>
          <pc:sldMk cId="0" sldId="266"/>
        </pc:sldMkLst>
      </pc:sldChg>
      <pc:sldChg chg="del">
        <pc:chgData name="Jean SOLER (Omnicom)" userId="fb5e1303-b64f-49bd-ac8a-f235a53142ba" providerId="ADAL" clId="{4AC48D3C-19DA-4187-9ED0-45D57D38851D}" dt="2026-04-07T13:55:18.114" v="4612" actId="47"/>
        <pc:sldMkLst>
          <pc:docMk/>
          <pc:sldMk cId="0" sldId="267"/>
        </pc:sldMkLst>
      </pc:sldChg>
      <pc:sldChg chg="del">
        <pc:chgData name="Jean SOLER (Omnicom)" userId="fb5e1303-b64f-49bd-ac8a-f235a53142ba" providerId="ADAL" clId="{4AC48D3C-19DA-4187-9ED0-45D57D38851D}" dt="2026-04-07T13:55:17.724" v="4611" actId="47"/>
        <pc:sldMkLst>
          <pc:docMk/>
          <pc:sldMk cId="0" sldId="268"/>
        </pc:sldMkLst>
      </pc:sldChg>
      <pc:sldChg chg="del">
        <pc:chgData name="Jean SOLER (Omnicom)" userId="fb5e1303-b64f-49bd-ac8a-f235a53142ba" providerId="ADAL" clId="{4AC48D3C-19DA-4187-9ED0-45D57D38851D}" dt="2026-04-07T13:55:17.320" v="4610" actId="47"/>
        <pc:sldMkLst>
          <pc:docMk/>
          <pc:sldMk cId="0" sldId="269"/>
        </pc:sldMkLst>
      </pc:sldChg>
      <pc:sldChg chg="del">
        <pc:chgData name="Jean SOLER (Omnicom)" userId="fb5e1303-b64f-49bd-ac8a-f235a53142ba" providerId="ADAL" clId="{4AC48D3C-19DA-4187-9ED0-45D57D38851D}" dt="2026-04-07T13:55:16.717" v="4609" actId="47"/>
        <pc:sldMkLst>
          <pc:docMk/>
          <pc:sldMk cId="0" sldId="270"/>
        </pc:sldMkLst>
      </pc:sldChg>
      <pc:sldChg chg="del">
        <pc:chgData name="Jean SOLER (Omnicom)" userId="fb5e1303-b64f-49bd-ac8a-f235a53142ba" providerId="ADAL" clId="{4AC48D3C-19DA-4187-9ED0-45D57D38851D}" dt="2026-04-07T13:55:15.773" v="4608" actId="47"/>
        <pc:sldMkLst>
          <pc:docMk/>
          <pc:sldMk cId="0" sldId="271"/>
        </pc:sldMkLst>
      </pc:sldChg>
      <pc:sldChg chg="del">
        <pc:chgData name="Jean SOLER (Omnicom)" userId="fb5e1303-b64f-49bd-ac8a-f235a53142ba" providerId="ADAL" clId="{4AC48D3C-19DA-4187-9ED0-45D57D38851D}" dt="2026-04-07T13:55:15.471" v="4607" actId="47"/>
        <pc:sldMkLst>
          <pc:docMk/>
          <pc:sldMk cId="0" sldId="272"/>
        </pc:sldMkLst>
      </pc:sldChg>
      <pc:sldChg chg="del">
        <pc:chgData name="Jean SOLER (Omnicom)" userId="fb5e1303-b64f-49bd-ac8a-f235a53142ba" providerId="ADAL" clId="{4AC48D3C-19DA-4187-9ED0-45D57D38851D}" dt="2026-04-07T13:55:15.090" v="4606" actId="47"/>
        <pc:sldMkLst>
          <pc:docMk/>
          <pc:sldMk cId="0" sldId="273"/>
        </pc:sldMkLst>
      </pc:sldChg>
      <pc:sldChg chg="del">
        <pc:chgData name="Jean SOLER (Omnicom)" userId="fb5e1303-b64f-49bd-ac8a-f235a53142ba" providerId="ADAL" clId="{4AC48D3C-19DA-4187-9ED0-45D57D38851D}" dt="2026-04-07T13:55:14.642" v="4605" actId="47"/>
        <pc:sldMkLst>
          <pc:docMk/>
          <pc:sldMk cId="0" sldId="274"/>
        </pc:sldMkLst>
      </pc:sldChg>
      <pc:sldChg chg="del">
        <pc:chgData name="Jean SOLER (Omnicom)" userId="fb5e1303-b64f-49bd-ac8a-f235a53142ba" providerId="ADAL" clId="{4AC48D3C-19DA-4187-9ED0-45D57D38851D}" dt="2026-04-07T13:55:13.778" v="4604" actId="47"/>
        <pc:sldMkLst>
          <pc:docMk/>
          <pc:sldMk cId="0" sldId="275"/>
        </pc:sldMkLst>
      </pc:sldChg>
      <pc:sldChg chg="new del ord">
        <pc:chgData name="Jean SOLER (Omnicom)" userId="fb5e1303-b64f-49bd-ac8a-f235a53142ba" providerId="ADAL" clId="{4AC48D3C-19DA-4187-9ED0-45D57D38851D}" dt="2026-04-06T20:56:49.962" v="9" actId="47"/>
        <pc:sldMkLst>
          <pc:docMk/>
          <pc:sldMk cId="3582796196" sldId="276"/>
        </pc:sldMkLst>
      </pc:sldChg>
      <pc:sldChg chg="modSp add mod ord modNotesTx">
        <pc:chgData name="Jean SOLER (Omnicom)" userId="fb5e1303-b64f-49bd-ac8a-f235a53142ba" providerId="ADAL" clId="{4AC48D3C-19DA-4187-9ED0-45D57D38851D}" dt="2026-04-06T21:54:52.715" v="1723" actId="20577"/>
        <pc:sldMkLst>
          <pc:docMk/>
          <pc:sldMk cId="4283541075" sldId="277"/>
        </pc:sldMkLst>
        <pc:spChg chg="mod">
          <ac:chgData name="Jean SOLER (Omnicom)" userId="fb5e1303-b64f-49bd-ac8a-f235a53142ba" providerId="ADAL" clId="{4AC48D3C-19DA-4187-9ED0-45D57D38851D}" dt="2026-04-06T20:57:22.241" v="51" actId="20577"/>
          <ac:spMkLst>
            <pc:docMk/>
            <pc:sldMk cId="4283541075" sldId="277"/>
            <ac:spMk id="2" creationId="{C416C8D9-2CB8-AAFB-A460-2011C28F4937}"/>
          </ac:spMkLst>
        </pc:spChg>
        <pc:spChg chg="mod">
          <ac:chgData name="Jean SOLER (Omnicom)" userId="fb5e1303-b64f-49bd-ac8a-f235a53142ba" providerId="ADAL" clId="{4AC48D3C-19DA-4187-9ED0-45D57D38851D}" dt="2026-04-06T21:03:36.738" v="816" actId="20577"/>
          <ac:spMkLst>
            <pc:docMk/>
            <pc:sldMk cId="4283541075" sldId="277"/>
            <ac:spMk id="3" creationId="{B84154C6-7251-1FCD-F014-4BD244451A55}"/>
          </ac:spMkLst>
        </pc:spChg>
      </pc:sldChg>
      <pc:sldChg chg="add del">
        <pc:chgData name="Jean SOLER (Omnicom)" userId="fb5e1303-b64f-49bd-ac8a-f235a53142ba" providerId="ADAL" clId="{4AC48D3C-19DA-4187-9ED0-45D57D38851D}" dt="2026-04-06T20:57:17.574" v="42" actId="47"/>
        <pc:sldMkLst>
          <pc:docMk/>
          <pc:sldMk cId="2586427030" sldId="278"/>
        </pc:sldMkLst>
      </pc:sldChg>
      <pc:sldChg chg="add del">
        <pc:chgData name="Jean SOLER (Omnicom)" userId="fb5e1303-b64f-49bd-ac8a-f235a53142ba" providerId="ADAL" clId="{4AC48D3C-19DA-4187-9ED0-45D57D38851D}" dt="2026-04-07T08:57:42.760" v="3577" actId="47"/>
        <pc:sldMkLst>
          <pc:docMk/>
          <pc:sldMk cId="2776506877" sldId="279"/>
        </pc:sldMkLst>
      </pc:sldChg>
      <pc:sldChg chg="modSp add mod ord modNotesTx">
        <pc:chgData name="Jean SOLER (Omnicom)" userId="fb5e1303-b64f-49bd-ac8a-f235a53142ba" providerId="ADAL" clId="{4AC48D3C-19DA-4187-9ED0-45D57D38851D}" dt="2026-04-06T21:53:41.302" v="1421" actId="20577"/>
        <pc:sldMkLst>
          <pc:docMk/>
          <pc:sldMk cId="673286862" sldId="280"/>
        </pc:sldMkLst>
        <pc:spChg chg="mod">
          <ac:chgData name="Jean SOLER (Omnicom)" userId="fb5e1303-b64f-49bd-ac8a-f235a53142ba" providerId="ADAL" clId="{4AC48D3C-19DA-4187-9ED0-45D57D38851D}" dt="2026-04-06T20:58:49.559" v="186" actId="20577"/>
          <ac:spMkLst>
            <pc:docMk/>
            <pc:sldMk cId="673286862" sldId="280"/>
            <ac:spMk id="2" creationId="{FC432502-FEFD-2F7A-EEF6-338754168CFB}"/>
          </ac:spMkLst>
        </pc:spChg>
        <pc:spChg chg="mod">
          <ac:chgData name="Jean SOLER (Omnicom)" userId="fb5e1303-b64f-49bd-ac8a-f235a53142ba" providerId="ADAL" clId="{4AC48D3C-19DA-4187-9ED0-45D57D38851D}" dt="2026-04-06T21:03:14.158" v="739" actId="20577"/>
          <ac:spMkLst>
            <pc:docMk/>
            <pc:sldMk cId="673286862" sldId="280"/>
            <ac:spMk id="3" creationId="{92E458E4-5FB6-18D2-D624-49604B0A78E8}"/>
          </ac:spMkLst>
        </pc:spChg>
      </pc:sldChg>
      <pc:sldChg chg="modSp add mod modNotesTx">
        <pc:chgData name="Jean SOLER (Omnicom)" userId="fb5e1303-b64f-49bd-ac8a-f235a53142ba" providerId="ADAL" clId="{4AC48D3C-19DA-4187-9ED0-45D57D38851D}" dt="2026-04-07T13:55:05.046" v="4603" actId="20577"/>
        <pc:sldMkLst>
          <pc:docMk/>
          <pc:sldMk cId="43786960" sldId="281"/>
        </pc:sldMkLst>
        <pc:spChg chg="mod">
          <ac:chgData name="Jean SOLER (Omnicom)" userId="fb5e1303-b64f-49bd-ac8a-f235a53142ba" providerId="ADAL" clId="{4AC48D3C-19DA-4187-9ED0-45D57D38851D}" dt="2026-04-06T21:00:51.637" v="364" actId="20577"/>
          <ac:spMkLst>
            <pc:docMk/>
            <pc:sldMk cId="43786960" sldId="281"/>
            <ac:spMk id="2" creationId="{FAAD8CF2-02A2-A408-C5FA-DAC787E1C737}"/>
          </ac:spMkLst>
        </pc:spChg>
        <pc:spChg chg="mod">
          <ac:chgData name="Jean SOLER (Omnicom)" userId="fb5e1303-b64f-49bd-ac8a-f235a53142ba" providerId="ADAL" clId="{4AC48D3C-19DA-4187-9ED0-45D57D38851D}" dt="2026-04-07T13:55:05.046" v="4603" actId="20577"/>
          <ac:spMkLst>
            <pc:docMk/>
            <pc:sldMk cId="43786960" sldId="281"/>
            <ac:spMk id="3" creationId="{63631CD2-70BC-9088-F788-0CA82A3ADE27}"/>
          </ac:spMkLst>
        </pc:spChg>
      </pc:sldChg>
      <pc:sldChg chg="new del">
        <pc:chgData name="Jean SOLER (Omnicom)" userId="fb5e1303-b64f-49bd-ac8a-f235a53142ba" providerId="ADAL" clId="{4AC48D3C-19DA-4187-9ED0-45D57D38851D}" dt="2026-04-06T21:00:44.066" v="345" actId="680"/>
        <pc:sldMkLst>
          <pc:docMk/>
          <pc:sldMk cId="3309072898" sldId="281"/>
        </pc:sldMkLst>
      </pc:sldChg>
      <pc:sldChg chg="modSp add mod modNotesTx">
        <pc:chgData name="Jean SOLER (Omnicom)" userId="fb5e1303-b64f-49bd-ac8a-f235a53142ba" providerId="ADAL" clId="{4AC48D3C-19DA-4187-9ED0-45D57D38851D}" dt="2026-04-06T21:54:44.922" v="1722" actId="20577"/>
        <pc:sldMkLst>
          <pc:docMk/>
          <pc:sldMk cId="2789193506" sldId="282"/>
        </pc:sldMkLst>
        <pc:spChg chg="mod">
          <ac:chgData name="Jean SOLER (Omnicom)" userId="fb5e1303-b64f-49bd-ac8a-f235a53142ba" providerId="ADAL" clId="{4AC48D3C-19DA-4187-9ED0-45D57D38851D}" dt="2026-04-06T21:01:58.214" v="440" actId="20577"/>
          <ac:spMkLst>
            <pc:docMk/>
            <pc:sldMk cId="2789193506" sldId="282"/>
            <ac:spMk id="2" creationId="{3EFE5075-A59F-F4F3-B96B-61458DAE00F3}"/>
          </ac:spMkLst>
        </pc:spChg>
        <pc:spChg chg="mod">
          <ac:chgData name="Jean SOLER (Omnicom)" userId="fb5e1303-b64f-49bd-ac8a-f235a53142ba" providerId="ADAL" clId="{4AC48D3C-19DA-4187-9ED0-45D57D38851D}" dt="2026-04-06T21:04:07.275" v="817" actId="20577"/>
          <ac:spMkLst>
            <pc:docMk/>
            <pc:sldMk cId="2789193506" sldId="282"/>
            <ac:spMk id="3" creationId="{9CB3AF81-1FA3-7393-B2FC-24372FD8715E}"/>
          </ac:spMkLst>
        </pc:spChg>
      </pc:sldChg>
      <pc:sldChg chg="addSp delSp modSp add mod modNotesTx">
        <pc:chgData name="Jean SOLER (Omnicom)" userId="fb5e1303-b64f-49bd-ac8a-f235a53142ba" providerId="ADAL" clId="{4AC48D3C-19DA-4187-9ED0-45D57D38851D}" dt="2026-04-06T21:54:10.168" v="1546" actId="20577"/>
        <pc:sldMkLst>
          <pc:docMk/>
          <pc:sldMk cId="1088589796" sldId="283"/>
        </pc:sldMkLst>
        <pc:spChg chg="mod">
          <ac:chgData name="Jean SOLER (Omnicom)" userId="fb5e1303-b64f-49bd-ac8a-f235a53142ba" providerId="ADAL" clId="{4AC48D3C-19DA-4187-9ED0-45D57D38851D}" dt="2026-04-06T21:07:36.068" v="985" actId="1076"/>
          <ac:spMkLst>
            <pc:docMk/>
            <pc:sldMk cId="1088589796" sldId="283"/>
            <ac:spMk id="2" creationId="{66BECA03-143C-0111-056D-F465437ACF06}"/>
          </ac:spMkLst>
        </pc:spChg>
        <pc:spChg chg="del mod">
          <ac:chgData name="Jean SOLER (Omnicom)" userId="fb5e1303-b64f-49bd-ac8a-f235a53142ba" providerId="ADAL" clId="{4AC48D3C-19DA-4187-9ED0-45D57D38851D}" dt="2026-04-06T21:06:29.198" v="889" actId="478"/>
          <ac:spMkLst>
            <pc:docMk/>
            <pc:sldMk cId="1088589796" sldId="283"/>
            <ac:spMk id="3" creationId="{2421E3DE-9160-C49E-83FA-6B2073A0E655}"/>
          </ac:spMkLst>
        </pc:spChg>
        <pc:spChg chg="add mod">
          <ac:chgData name="Jean SOLER (Omnicom)" userId="fb5e1303-b64f-49bd-ac8a-f235a53142ba" providerId="ADAL" clId="{4AC48D3C-19DA-4187-9ED0-45D57D38851D}" dt="2026-04-06T21:08:55.118" v="1112" actId="1076"/>
          <ac:spMkLst>
            <pc:docMk/>
            <pc:sldMk cId="1088589796" sldId="283"/>
            <ac:spMk id="6" creationId="{943FB79F-B98B-B48A-8A93-B36E5DDB7C5A}"/>
          </ac:spMkLst>
        </pc:spChg>
        <pc:spChg chg="add mod">
          <ac:chgData name="Jean SOLER (Omnicom)" userId="fb5e1303-b64f-49bd-ac8a-f235a53142ba" providerId="ADAL" clId="{4AC48D3C-19DA-4187-9ED0-45D57D38851D}" dt="2026-04-06T21:09:10.008" v="1114" actId="14100"/>
          <ac:spMkLst>
            <pc:docMk/>
            <pc:sldMk cId="1088589796" sldId="283"/>
            <ac:spMk id="7" creationId="{EC70B689-3D14-4275-176B-6BC286BD4D9A}"/>
          </ac:spMkLst>
        </pc:spChg>
        <pc:picChg chg="add mod">
          <ac:chgData name="Jean SOLER (Omnicom)" userId="fb5e1303-b64f-49bd-ac8a-f235a53142ba" providerId="ADAL" clId="{4AC48D3C-19DA-4187-9ED0-45D57D38851D}" dt="2026-04-06T21:08:55.118" v="1112" actId="1076"/>
          <ac:picMkLst>
            <pc:docMk/>
            <pc:sldMk cId="1088589796" sldId="283"/>
            <ac:picMk id="5" creationId="{E463F85A-485B-6310-2B0C-19DEF210B890}"/>
          </ac:picMkLst>
        </pc:picChg>
      </pc:sldChg>
      <pc:sldChg chg="modSp add mod modNotesTx">
        <pc:chgData name="Jean SOLER (Omnicom)" userId="fb5e1303-b64f-49bd-ac8a-f235a53142ba" providerId="ADAL" clId="{4AC48D3C-19DA-4187-9ED0-45D57D38851D}" dt="2026-04-06T21:55:26.299" v="1772" actId="20577"/>
        <pc:sldMkLst>
          <pc:docMk/>
          <pc:sldMk cId="2313626549" sldId="284"/>
        </pc:sldMkLst>
        <pc:spChg chg="mod">
          <ac:chgData name="Jean SOLER (Omnicom)" userId="fb5e1303-b64f-49bd-ac8a-f235a53142ba" providerId="ADAL" clId="{4AC48D3C-19DA-4187-9ED0-45D57D38851D}" dt="2026-04-06T21:10:02.194" v="1156" actId="20577"/>
          <ac:spMkLst>
            <pc:docMk/>
            <pc:sldMk cId="2313626549" sldId="284"/>
            <ac:spMk id="2" creationId="{8843EA30-4122-6DA4-25F5-5083C9A97FBC}"/>
          </ac:spMkLst>
        </pc:spChg>
        <pc:spChg chg="mod">
          <ac:chgData name="Jean SOLER (Omnicom)" userId="fb5e1303-b64f-49bd-ac8a-f235a53142ba" providerId="ADAL" clId="{4AC48D3C-19DA-4187-9ED0-45D57D38851D}" dt="2026-04-06T21:10:23.959" v="1212" actId="20577"/>
          <ac:spMkLst>
            <pc:docMk/>
            <pc:sldMk cId="2313626549" sldId="284"/>
            <ac:spMk id="3" creationId="{16BC4CC9-78C6-5304-3D2F-3F576CD833CC}"/>
          </ac:spMkLst>
        </pc:spChg>
      </pc:sldChg>
      <pc:sldChg chg="addSp delSp modSp add mod modNotesTx">
        <pc:chgData name="Jean SOLER (Omnicom)" userId="fb5e1303-b64f-49bd-ac8a-f235a53142ba" providerId="ADAL" clId="{4AC48D3C-19DA-4187-9ED0-45D57D38851D}" dt="2026-04-06T21:57:40.768" v="2096" actId="20577"/>
        <pc:sldMkLst>
          <pc:docMk/>
          <pc:sldMk cId="727712287" sldId="285"/>
        </pc:sldMkLst>
        <pc:spChg chg="del">
          <ac:chgData name="Jean SOLER (Omnicom)" userId="fb5e1303-b64f-49bd-ac8a-f235a53142ba" providerId="ADAL" clId="{4AC48D3C-19DA-4187-9ED0-45D57D38851D}" dt="2026-04-06T21:11:42.056" v="1214" actId="478"/>
          <ac:spMkLst>
            <pc:docMk/>
            <pc:sldMk cId="727712287" sldId="285"/>
            <ac:spMk id="3" creationId="{D696FFF5-BDC3-9780-46E2-F4FE552E97D3}"/>
          </ac:spMkLst>
        </pc:spChg>
        <pc:spChg chg="add del mod">
          <ac:chgData name="Jean SOLER (Omnicom)" userId="fb5e1303-b64f-49bd-ac8a-f235a53142ba" providerId="ADAL" clId="{4AC48D3C-19DA-4187-9ED0-45D57D38851D}" dt="2026-04-06T21:11:44.892" v="1215" actId="478"/>
          <ac:spMkLst>
            <pc:docMk/>
            <pc:sldMk cId="727712287" sldId="285"/>
            <ac:spMk id="5" creationId="{A8FE0449-2F3A-50A3-FEFC-1A5E2225BB59}"/>
          </ac:spMkLst>
        </pc:spChg>
        <pc:spChg chg="add mod">
          <ac:chgData name="Jean SOLER (Omnicom)" userId="fb5e1303-b64f-49bd-ac8a-f235a53142ba" providerId="ADAL" clId="{4AC48D3C-19DA-4187-9ED0-45D57D38851D}" dt="2026-04-06T21:12:34.121" v="1261" actId="20577"/>
          <ac:spMkLst>
            <pc:docMk/>
            <pc:sldMk cId="727712287" sldId="285"/>
            <ac:spMk id="10" creationId="{3B262E24-A029-18F1-E763-8799F1733770}"/>
          </ac:spMkLst>
        </pc:spChg>
        <pc:picChg chg="add del">
          <ac:chgData name="Jean SOLER (Omnicom)" userId="fb5e1303-b64f-49bd-ac8a-f235a53142ba" providerId="ADAL" clId="{4AC48D3C-19DA-4187-9ED0-45D57D38851D}" dt="2026-04-06T21:11:48.793" v="1217" actId="478"/>
          <ac:picMkLst>
            <pc:docMk/>
            <pc:sldMk cId="727712287" sldId="285"/>
            <ac:picMk id="7" creationId="{FCF637BB-B92E-16E4-AE6B-20C6BDF31D5B}"/>
          </ac:picMkLst>
        </pc:picChg>
        <pc:picChg chg="add mod">
          <ac:chgData name="Jean SOLER (Omnicom)" userId="fb5e1303-b64f-49bd-ac8a-f235a53142ba" providerId="ADAL" clId="{4AC48D3C-19DA-4187-9ED0-45D57D38851D}" dt="2026-04-06T21:12:12.974" v="1219" actId="1076"/>
          <ac:picMkLst>
            <pc:docMk/>
            <pc:sldMk cId="727712287" sldId="285"/>
            <ac:picMk id="9" creationId="{E6BC8E3E-A5CE-3F19-0B22-3757C25987F3}"/>
          </ac:picMkLst>
        </pc:picChg>
      </pc:sldChg>
      <pc:sldChg chg="addSp delSp modSp add mod modNotesTx">
        <pc:chgData name="Jean SOLER (Omnicom)" userId="fb5e1303-b64f-49bd-ac8a-f235a53142ba" providerId="ADAL" clId="{4AC48D3C-19DA-4187-9ED0-45D57D38851D}" dt="2026-04-07T08:58:19.456" v="3656" actId="20577"/>
        <pc:sldMkLst>
          <pc:docMk/>
          <pc:sldMk cId="2215264893" sldId="286"/>
        </pc:sldMkLst>
        <pc:spChg chg="mod">
          <ac:chgData name="Jean SOLER (Omnicom)" userId="fb5e1303-b64f-49bd-ac8a-f235a53142ba" providerId="ADAL" clId="{4AC48D3C-19DA-4187-9ED0-45D57D38851D}" dt="2026-04-06T21:45:10.157" v="1289" actId="20577"/>
          <ac:spMkLst>
            <pc:docMk/>
            <pc:sldMk cId="2215264893" sldId="286"/>
            <ac:spMk id="2" creationId="{EAD5301B-75FF-92C5-7B9F-7A33DA1034F5}"/>
          </ac:spMkLst>
        </pc:spChg>
        <pc:spChg chg="add mod">
          <ac:chgData name="Jean SOLER (Omnicom)" userId="fb5e1303-b64f-49bd-ac8a-f235a53142ba" providerId="ADAL" clId="{4AC48D3C-19DA-4187-9ED0-45D57D38851D}" dt="2026-04-06T21:51:11.731" v="1307" actId="1076"/>
          <ac:spMkLst>
            <pc:docMk/>
            <pc:sldMk cId="2215264893" sldId="286"/>
            <ac:spMk id="7" creationId="{20C98391-2200-32F6-197D-D56E3E9B1B64}"/>
          </ac:spMkLst>
        </pc:spChg>
        <pc:spChg chg="add mod">
          <ac:chgData name="Jean SOLER (Omnicom)" userId="fb5e1303-b64f-49bd-ac8a-f235a53142ba" providerId="ADAL" clId="{4AC48D3C-19DA-4187-9ED0-45D57D38851D}" dt="2026-04-06T21:51:21.079" v="1318" actId="20577"/>
          <ac:spMkLst>
            <pc:docMk/>
            <pc:sldMk cId="2215264893" sldId="286"/>
            <ac:spMk id="8" creationId="{191EF48A-C8BF-CEC1-1587-DB2396446114}"/>
          </ac:spMkLst>
        </pc:spChg>
        <pc:spChg chg="del">
          <ac:chgData name="Jean SOLER (Omnicom)" userId="fb5e1303-b64f-49bd-ac8a-f235a53142ba" providerId="ADAL" clId="{4AC48D3C-19DA-4187-9ED0-45D57D38851D}" dt="2026-04-06T21:49:08.480" v="1291" actId="478"/>
          <ac:spMkLst>
            <pc:docMk/>
            <pc:sldMk cId="2215264893" sldId="286"/>
            <ac:spMk id="10" creationId="{E2944B7B-F568-D242-92D4-BF3B30C74A71}"/>
          </ac:spMkLst>
        </pc:spChg>
        <pc:picChg chg="add mod">
          <ac:chgData name="Jean SOLER (Omnicom)" userId="fb5e1303-b64f-49bd-ac8a-f235a53142ba" providerId="ADAL" clId="{4AC48D3C-19DA-4187-9ED0-45D57D38851D}" dt="2026-04-06T21:49:22.024" v="1295" actId="1076"/>
          <ac:picMkLst>
            <pc:docMk/>
            <pc:sldMk cId="2215264893" sldId="286"/>
            <ac:picMk id="4" creationId="{2B77C8A5-FA04-5A40-A3FB-3A43FC40F3F4}"/>
          </ac:picMkLst>
        </pc:picChg>
        <pc:picChg chg="add mod">
          <ac:chgData name="Jean SOLER (Omnicom)" userId="fb5e1303-b64f-49bd-ac8a-f235a53142ba" providerId="ADAL" clId="{4AC48D3C-19DA-4187-9ED0-45D57D38851D}" dt="2026-04-06T21:51:00.570" v="1297" actId="1076"/>
          <ac:picMkLst>
            <pc:docMk/>
            <pc:sldMk cId="2215264893" sldId="286"/>
            <ac:picMk id="6" creationId="{37F85C7A-B270-F2A4-C8C6-778AB91209E0}"/>
          </ac:picMkLst>
        </pc:picChg>
        <pc:picChg chg="del">
          <ac:chgData name="Jean SOLER (Omnicom)" userId="fb5e1303-b64f-49bd-ac8a-f235a53142ba" providerId="ADAL" clId="{4AC48D3C-19DA-4187-9ED0-45D57D38851D}" dt="2026-04-06T21:45:11.950" v="1290" actId="478"/>
          <ac:picMkLst>
            <pc:docMk/>
            <pc:sldMk cId="2215264893" sldId="286"/>
            <ac:picMk id="9" creationId="{053D3F02-96F8-B100-009F-7C10B59555C6}"/>
          </ac:picMkLst>
        </pc:picChg>
      </pc:sldChg>
      <pc:sldChg chg="addSp delSp modSp add mod modNotesTx">
        <pc:chgData name="Jean SOLER (Omnicom)" userId="fb5e1303-b64f-49bd-ac8a-f235a53142ba" providerId="ADAL" clId="{4AC48D3C-19DA-4187-9ED0-45D57D38851D}" dt="2026-04-07T08:26:46.061" v="3337" actId="20577"/>
        <pc:sldMkLst>
          <pc:docMk/>
          <pc:sldMk cId="3756100104" sldId="287"/>
        </pc:sldMkLst>
        <pc:spChg chg="mod">
          <ac:chgData name="Jean SOLER (Omnicom)" userId="fb5e1303-b64f-49bd-ac8a-f235a53142ba" providerId="ADAL" clId="{4AC48D3C-19DA-4187-9ED0-45D57D38851D}" dt="2026-04-06T21:59:15.938" v="2125" actId="20577"/>
          <ac:spMkLst>
            <pc:docMk/>
            <pc:sldMk cId="3756100104" sldId="287"/>
            <ac:spMk id="2" creationId="{0E858AB0-F1A5-1D73-B7C2-C0BBF69EC288}"/>
          </ac:spMkLst>
        </pc:spChg>
        <pc:spChg chg="mod">
          <ac:chgData name="Jean SOLER (Omnicom)" userId="fb5e1303-b64f-49bd-ac8a-f235a53142ba" providerId="ADAL" clId="{4AC48D3C-19DA-4187-9ED0-45D57D38851D}" dt="2026-04-06T21:59:24.425" v="2144" actId="20577"/>
          <ac:spMkLst>
            <pc:docMk/>
            <pc:sldMk cId="3756100104" sldId="287"/>
            <ac:spMk id="7" creationId="{876D63BF-9A91-4243-B756-C5160B016B79}"/>
          </ac:spMkLst>
        </pc:spChg>
        <pc:spChg chg="mod">
          <ac:chgData name="Jean SOLER (Omnicom)" userId="fb5e1303-b64f-49bd-ac8a-f235a53142ba" providerId="ADAL" clId="{4AC48D3C-19DA-4187-9ED0-45D57D38851D}" dt="2026-04-06T21:59:27.474" v="2152" actId="20577"/>
          <ac:spMkLst>
            <pc:docMk/>
            <pc:sldMk cId="3756100104" sldId="287"/>
            <ac:spMk id="8" creationId="{2BDBE015-A409-CC3A-D438-18AAC9793721}"/>
          </ac:spMkLst>
        </pc:spChg>
        <pc:picChg chg="del">
          <ac:chgData name="Jean SOLER (Omnicom)" userId="fb5e1303-b64f-49bd-ac8a-f235a53142ba" providerId="ADAL" clId="{4AC48D3C-19DA-4187-9ED0-45D57D38851D}" dt="2026-04-06T22:00:59.256" v="2153" actId="478"/>
          <ac:picMkLst>
            <pc:docMk/>
            <pc:sldMk cId="3756100104" sldId="287"/>
            <ac:picMk id="4" creationId="{62907C0C-4D24-8415-3E26-EFC0A429CD64}"/>
          </ac:picMkLst>
        </pc:picChg>
        <pc:picChg chg="add mod">
          <ac:chgData name="Jean SOLER (Omnicom)" userId="fb5e1303-b64f-49bd-ac8a-f235a53142ba" providerId="ADAL" clId="{4AC48D3C-19DA-4187-9ED0-45D57D38851D}" dt="2026-04-06T22:01:03.450" v="2156" actId="14100"/>
          <ac:picMkLst>
            <pc:docMk/>
            <pc:sldMk cId="3756100104" sldId="287"/>
            <ac:picMk id="5" creationId="{CEA8308A-D49A-EE55-8307-75675D7C0B53}"/>
          </ac:picMkLst>
        </pc:picChg>
        <pc:picChg chg="del">
          <ac:chgData name="Jean SOLER (Omnicom)" userId="fb5e1303-b64f-49bd-ac8a-f235a53142ba" providerId="ADAL" clId="{4AC48D3C-19DA-4187-9ED0-45D57D38851D}" dt="2026-04-06T22:02:07.625" v="2157" actId="478"/>
          <ac:picMkLst>
            <pc:docMk/>
            <pc:sldMk cId="3756100104" sldId="287"/>
            <ac:picMk id="6" creationId="{F499D540-970B-620A-F18F-BA46A49E6683}"/>
          </ac:picMkLst>
        </pc:picChg>
        <pc:picChg chg="add del mod">
          <ac:chgData name="Jean SOLER (Omnicom)" userId="fb5e1303-b64f-49bd-ac8a-f235a53142ba" providerId="ADAL" clId="{4AC48D3C-19DA-4187-9ED0-45D57D38851D}" dt="2026-04-06T22:03:23.119" v="2164" actId="478"/>
          <ac:picMkLst>
            <pc:docMk/>
            <pc:sldMk cId="3756100104" sldId="287"/>
            <ac:picMk id="10" creationId="{40609D93-6A54-3B08-0394-F6C01B083617}"/>
          </ac:picMkLst>
        </pc:picChg>
        <pc:picChg chg="add mod">
          <ac:chgData name="Jean SOLER (Omnicom)" userId="fb5e1303-b64f-49bd-ac8a-f235a53142ba" providerId="ADAL" clId="{4AC48D3C-19DA-4187-9ED0-45D57D38851D}" dt="2026-04-06T22:03:30.965" v="2169" actId="1076"/>
          <ac:picMkLst>
            <pc:docMk/>
            <pc:sldMk cId="3756100104" sldId="287"/>
            <ac:picMk id="12" creationId="{6645DFB9-F99D-B965-B994-7A8D6F5BBE07}"/>
          </ac:picMkLst>
        </pc:picChg>
      </pc:sldChg>
      <pc:sldChg chg="addSp delSp modSp add mod modNotesTx">
        <pc:chgData name="Jean SOLER (Omnicom)" userId="fb5e1303-b64f-49bd-ac8a-f235a53142ba" providerId="ADAL" clId="{4AC48D3C-19DA-4187-9ED0-45D57D38851D}" dt="2026-04-06T22:07:31.901" v="2767" actId="20577"/>
        <pc:sldMkLst>
          <pc:docMk/>
          <pc:sldMk cId="927951915" sldId="288"/>
        </pc:sldMkLst>
        <pc:spChg chg="mod">
          <ac:chgData name="Jean SOLER (Omnicom)" userId="fb5e1303-b64f-49bd-ac8a-f235a53142ba" providerId="ADAL" clId="{4AC48D3C-19DA-4187-9ED0-45D57D38851D}" dt="2026-04-06T22:04:52.174" v="2355" actId="20577"/>
          <ac:spMkLst>
            <pc:docMk/>
            <pc:sldMk cId="927951915" sldId="288"/>
            <ac:spMk id="2" creationId="{1D7A5E9B-BD6A-595A-60B3-21A133A57D76}"/>
          </ac:spMkLst>
        </pc:spChg>
        <pc:spChg chg="add mod">
          <ac:chgData name="Jean SOLER (Omnicom)" userId="fb5e1303-b64f-49bd-ac8a-f235a53142ba" providerId="ADAL" clId="{4AC48D3C-19DA-4187-9ED0-45D57D38851D}" dt="2026-04-06T22:06:15.801" v="2481" actId="20577"/>
          <ac:spMkLst>
            <pc:docMk/>
            <pc:sldMk cId="927951915" sldId="288"/>
            <ac:spMk id="3" creationId="{A2C57BA7-9408-0A27-8939-39244CD412D6}"/>
          </ac:spMkLst>
        </pc:spChg>
        <pc:spChg chg="del">
          <ac:chgData name="Jean SOLER (Omnicom)" userId="fb5e1303-b64f-49bd-ac8a-f235a53142ba" providerId="ADAL" clId="{4AC48D3C-19DA-4187-9ED0-45D57D38851D}" dt="2026-04-06T22:04:58.652" v="2359" actId="478"/>
          <ac:spMkLst>
            <pc:docMk/>
            <pc:sldMk cId="927951915" sldId="288"/>
            <ac:spMk id="7" creationId="{CEA1F64E-FF48-DDFA-C619-9485CE511BF3}"/>
          </ac:spMkLst>
        </pc:spChg>
        <pc:spChg chg="del">
          <ac:chgData name="Jean SOLER (Omnicom)" userId="fb5e1303-b64f-49bd-ac8a-f235a53142ba" providerId="ADAL" clId="{4AC48D3C-19DA-4187-9ED0-45D57D38851D}" dt="2026-04-06T22:04:57.215" v="2358" actId="478"/>
          <ac:spMkLst>
            <pc:docMk/>
            <pc:sldMk cId="927951915" sldId="288"/>
            <ac:spMk id="8" creationId="{B497BD56-0105-F117-D468-7AB8DF346B61}"/>
          </ac:spMkLst>
        </pc:spChg>
        <pc:picChg chg="del">
          <ac:chgData name="Jean SOLER (Omnicom)" userId="fb5e1303-b64f-49bd-ac8a-f235a53142ba" providerId="ADAL" clId="{4AC48D3C-19DA-4187-9ED0-45D57D38851D}" dt="2026-04-06T22:04:55.757" v="2357" actId="478"/>
          <ac:picMkLst>
            <pc:docMk/>
            <pc:sldMk cId="927951915" sldId="288"/>
            <ac:picMk id="5" creationId="{18026080-3DB7-D94B-A78B-5C5BDA70A78E}"/>
          </ac:picMkLst>
        </pc:picChg>
        <pc:picChg chg="del">
          <ac:chgData name="Jean SOLER (Omnicom)" userId="fb5e1303-b64f-49bd-ac8a-f235a53142ba" providerId="ADAL" clId="{4AC48D3C-19DA-4187-9ED0-45D57D38851D}" dt="2026-04-06T22:04:55.264" v="2356" actId="478"/>
          <ac:picMkLst>
            <pc:docMk/>
            <pc:sldMk cId="927951915" sldId="288"/>
            <ac:picMk id="12" creationId="{062AEF7D-CE34-4476-9A4C-5D81BD163E93}"/>
          </ac:picMkLst>
        </pc:picChg>
      </pc:sldChg>
      <pc:sldChg chg="modSp add mod modNotesTx">
        <pc:chgData name="Jean SOLER (Omnicom)" userId="fb5e1303-b64f-49bd-ac8a-f235a53142ba" providerId="ADAL" clId="{4AC48D3C-19DA-4187-9ED0-45D57D38851D}" dt="2026-04-07T08:28:52.858" v="3557" actId="20577"/>
        <pc:sldMkLst>
          <pc:docMk/>
          <pc:sldMk cId="3174876949" sldId="289"/>
        </pc:sldMkLst>
        <pc:spChg chg="mod">
          <ac:chgData name="Jean SOLER (Omnicom)" userId="fb5e1303-b64f-49bd-ac8a-f235a53142ba" providerId="ADAL" clId="{4AC48D3C-19DA-4187-9ED0-45D57D38851D}" dt="2026-04-06T22:07:43.927" v="2779" actId="20577"/>
          <ac:spMkLst>
            <pc:docMk/>
            <pc:sldMk cId="3174876949" sldId="289"/>
            <ac:spMk id="2" creationId="{8E584848-98FB-F74C-151A-7A40DCC70438}"/>
          </ac:spMkLst>
        </pc:spChg>
        <pc:spChg chg="mod">
          <ac:chgData name="Jean SOLER (Omnicom)" userId="fb5e1303-b64f-49bd-ac8a-f235a53142ba" providerId="ADAL" clId="{4AC48D3C-19DA-4187-9ED0-45D57D38851D}" dt="2026-04-07T08:28:52.858" v="3557" actId="20577"/>
          <ac:spMkLst>
            <pc:docMk/>
            <pc:sldMk cId="3174876949" sldId="289"/>
            <ac:spMk id="3" creationId="{85DC3F55-EF4D-19E6-1C7B-7099AA528D56}"/>
          </ac:spMkLst>
        </pc:spChg>
      </pc:sldChg>
      <pc:sldChg chg="modSp add mod">
        <pc:chgData name="Jean SOLER (Omnicom)" userId="fb5e1303-b64f-49bd-ac8a-f235a53142ba" providerId="ADAL" clId="{4AC48D3C-19DA-4187-9ED0-45D57D38851D}" dt="2026-04-07T08:57:33.373" v="3576" actId="20577"/>
        <pc:sldMkLst>
          <pc:docMk/>
          <pc:sldMk cId="1374079299" sldId="290"/>
        </pc:sldMkLst>
        <pc:spChg chg="mod">
          <ac:chgData name="Jean SOLER (Omnicom)" userId="fb5e1303-b64f-49bd-ac8a-f235a53142ba" providerId="ADAL" clId="{4AC48D3C-19DA-4187-9ED0-45D57D38851D}" dt="2026-04-07T08:27:50.733" v="3352" actId="20577"/>
          <ac:spMkLst>
            <pc:docMk/>
            <pc:sldMk cId="1374079299" sldId="290"/>
            <ac:spMk id="2" creationId="{03C1AF5D-7D71-8223-567A-4BC70A099B27}"/>
          </ac:spMkLst>
        </pc:spChg>
        <pc:spChg chg="mod">
          <ac:chgData name="Jean SOLER (Omnicom)" userId="fb5e1303-b64f-49bd-ac8a-f235a53142ba" providerId="ADAL" clId="{4AC48D3C-19DA-4187-9ED0-45D57D38851D}" dt="2026-04-07T08:57:33.373" v="3576" actId="20577"/>
          <ac:spMkLst>
            <pc:docMk/>
            <pc:sldMk cId="1374079299" sldId="290"/>
            <ac:spMk id="3" creationId="{1E1CCDAF-504D-B119-716F-F2D506327570}"/>
          </ac:spMkLst>
        </pc:spChg>
      </pc:sldChg>
      <pc:sldChg chg="modSp add mod modNotesTx">
        <pc:chgData name="Jean SOLER (Omnicom)" userId="fb5e1303-b64f-49bd-ac8a-f235a53142ba" providerId="ADAL" clId="{4AC48D3C-19DA-4187-9ED0-45D57D38851D}" dt="2026-04-07T15:02:34.170" v="4780" actId="20577"/>
        <pc:sldMkLst>
          <pc:docMk/>
          <pc:sldMk cId="1860898048" sldId="291"/>
        </pc:sldMkLst>
        <pc:spChg chg="mod">
          <ac:chgData name="Jean SOLER (Omnicom)" userId="fb5e1303-b64f-49bd-ac8a-f235a53142ba" providerId="ADAL" clId="{4AC48D3C-19DA-4187-9ED0-45D57D38851D}" dt="2026-04-07T13:46:05.004" v="3677" actId="20577"/>
          <ac:spMkLst>
            <pc:docMk/>
            <pc:sldMk cId="1860898048" sldId="291"/>
            <ac:spMk id="2" creationId="{E38E6B14-F1D9-214A-CFFA-98CD8ACF4293}"/>
          </ac:spMkLst>
        </pc:spChg>
        <pc:spChg chg="mod">
          <ac:chgData name="Jean SOLER (Omnicom)" userId="fb5e1303-b64f-49bd-ac8a-f235a53142ba" providerId="ADAL" clId="{4AC48D3C-19DA-4187-9ED0-45D57D38851D}" dt="2026-04-07T15:02:34.170" v="4780" actId="20577"/>
          <ac:spMkLst>
            <pc:docMk/>
            <pc:sldMk cId="1860898048" sldId="291"/>
            <ac:spMk id="3" creationId="{E897162B-872A-8D14-A417-4BB290455719}"/>
          </ac:spMkLst>
        </pc:spChg>
      </pc:sldChg>
      <pc:sldMasterChg chg="addSp mod">
        <pc:chgData name="Jean SOLER (Omnicom)" userId="fb5e1303-b64f-49bd-ac8a-f235a53142ba" providerId="ADAL" clId="{4AC48D3C-19DA-4187-9ED0-45D57D38851D}" dt="2026-04-06T20:56:41.772" v="1" actId="33475"/>
        <pc:sldMasterMkLst>
          <pc:docMk/>
          <pc:sldMasterMk cId="2209977519" sldId="2147483648"/>
        </pc:sldMasterMkLst>
        <pc:spChg chg="add">
          <ac:chgData name="Jean SOLER (Omnicom)" userId="fb5e1303-b64f-49bd-ac8a-f235a53142ba" providerId="ADAL" clId="{4AC48D3C-19DA-4187-9ED0-45D57D38851D}" dt="2026-04-06T20:56:41.772" v="1" actId="33475"/>
          <ac:spMkLst>
            <pc:docMk/>
            <pc:sldMasterMk cId="2209977519" sldId="2147483648"/>
            <ac:spMk id="8" creationId="{DD81C546-1361-7176-F98F-2904B050BFA9}"/>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7913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4330B-F6FA-326F-CAAE-3061003BC8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80CC13-92BC-7965-4D26-03BD0C9750D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F628022-33D2-35E7-B43B-62CEC00419B0}"/>
              </a:ext>
            </a:extLst>
          </p:cNvPr>
          <p:cNvSpPr>
            <a:spLocks noGrp="1"/>
          </p:cNvSpPr>
          <p:nvPr>
            <p:ph type="body" sz="quarter" idx="3"/>
          </p:nvPr>
        </p:nvSpPr>
        <p:spPr/>
        <p:txBody>
          <a:bodyPr/>
          <a:lstStyle/>
          <a:p>
            <a:r>
              <a:rPr lang="fr-FR" dirty="0"/>
              <a:t>Discuter des besoins potentiels, news d’un centre, programme de </a:t>
            </a:r>
            <a:r>
              <a:rPr lang="fr-FR" dirty="0" err="1"/>
              <a:t>feed</a:t>
            </a:r>
            <a:r>
              <a:rPr lang="fr-FR" dirty="0"/>
              <a:t> </a:t>
            </a:r>
            <a:r>
              <a:rPr lang="fr-FR" dirty="0" err="1"/>
              <a:t>etc</a:t>
            </a:r>
            <a:r>
              <a:rPr lang="fr-FR" dirty="0"/>
              <a:t>, plus que seulement magasin</a:t>
            </a:r>
            <a:endParaRPr dirty="0"/>
          </a:p>
        </p:txBody>
      </p:sp>
      <p:sp>
        <p:nvSpPr>
          <p:cNvPr id="4" name="Slide Number Placeholder 3">
            <a:extLst>
              <a:ext uri="{FF2B5EF4-FFF2-40B4-BE49-F238E27FC236}">
                <a16:creationId xmlns:a16="http://schemas.microsoft.com/office/drawing/2014/main" id="{8FABC650-0693-4707-3260-E49FCF2EB24C}"/>
              </a:ext>
            </a:extLst>
          </p:cNvPr>
          <p:cNvSpPr>
            <a:spLocks noGrp="1"/>
          </p:cNvSpPr>
          <p:nvPr>
            <p:ph type="sldNum" sz="quarter" idx="5"/>
          </p:nvPr>
        </p:nvSpPr>
        <p:spPr/>
      </p:sp>
    </p:spTree>
    <p:extLst>
      <p:ext uri="{BB962C8B-B14F-4D97-AF65-F5344CB8AC3E}">
        <p14:creationId xmlns:p14="http://schemas.microsoft.com/office/powerpoint/2010/main" val="4167945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D1F05-212C-4A92-70D6-08C360E5AB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7FC462-F3F9-6582-1096-1A8E76C0F59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7A35CE9-72F5-FE2C-DF97-D01B7D478ADD}"/>
              </a:ext>
            </a:extLst>
          </p:cNvPr>
          <p:cNvSpPr>
            <a:spLocks noGrp="1"/>
          </p:cNvSpPr>
          <p:nvPr>
            <p:ph type="body" sz="quarter" idx="3"/>
          </p:nvPr>
        </p:nvSpPr>
        <p:spPr/>
        <p:txBody>
          <a:bodyPr/>
          <a:lstStyle/>
          <a:p>
            <a:r>
              <a:rPr lang="fr-FR" dirty="0"/>
              <a:t>Interroger sur ce qu’on peut récupérer et comment le faire (manuellement ou automatiquement)</a:t>
            </a:r>
            <a:endParaRPr dirty="0"/>
          </a:p>
        </p:txBody>
      </p:sp>
      <p:sp>
        <p:nvSpPr>
          <p:cNvPr id="4" name="Slide Number Placeholder 3">
            <a:extLst>
              <a:ext uri="{FF2B5EF4-FFF2-40B4-BE49-F238E27FC236}">
                <a16:creationId xmlns:a16="http://schemas.microsoft.com/office/drawing/2014/main" id="{CCC7254A-CDF1-C0B3-56A2-818EBC6C4970}"/>
              </a:ext>
            </a:extLst>
          </p:cNvPr>
          <p:cNvSpPr>
            <a:spLocks noGrp="1"/>
          </p:cNvSpPr>
          <p:nvPr>
            <p:ph type="sldNum" sz="quarter" idx="5"/>
          </p:nvPr>
        </p:nvSpPr>
        <p:spPr/>
      </p:sp>
    </p:spTree>
    <p:extLst>
      <p:ext uri="{BB962C8B-B14F-4D97-AF65-F5344CB8AC3E}">
        <p14:creationId xmlns:p14="http://schemas.microsoft.com/office/powerpoint/2010/main" val="41502640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C4F17-6E19-1AA6-56A5-15E6597944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F77973-B8C8-9022-3318-48D1155B91F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E3787D9-E90F-58C7-B1A9-F363FE8A9A4F}"/>
              </a:ext>
            </a:extLst>
          </p:cNvPr>
          <p:cNvSpPr>
            <a:spLocks noGrp="1"/>
          </p:cNvSpPr>
          <p:nvPr>
            <p:ph type="body" sz="quarter" idx="3"/>
          </p:nvPr>
        </p:nvSpPr>
        <p:spPr/>
        <p:txBody>
          <a:bodyPr/>
          <a:lstStyle/>
          <a:p>
            <a:r>
              <a:rPr lang="fr-FR" dirty="0"/>
              <a:t>Parler des API « privée » et provider data</a:t>
            </a:r>
            <a:endParaRPr dirty="0"/>
          </a:p>
        </p:txBody>
      </p:sp>
      <p:sp>
        <p:nvSpPr>
          <p:cNvPr id="4" name="Slide Number Placeholder 3">
            <a:extLst>
              <a:ext uri="{FF2B5EF4-FFF2-40B4-BE49-F238E27FC236}">
                <a16:creationId xmlns:a16="http://schemas.microsoft.com/office/drawing/2014/main" id="{1A3E8B2A-0013-514F-9BEF-2D1F1664E6D9}"/>
              </a:ext>
            </a:extLst>
          </p:cNvPr>
          <p:cNvSpPr>
            <a:spLocks noGrp="1"/>
          </p:cNvSpPr>
          <p:nvPr>
            <p:ph type="sldNum" sz="quarter" idx="5"/>
          </p:nvPr>
        </p:nvSpPr>
        <p:spPr/>
      </p:sp>
    </p:spTree>
    <p:extLst>
      <p:ext uri="{BB962C8B-B14F-4D97-AF65-F5344CB8AC3E}">
        <p14:creationId xmlns:p14="http://schemas.microsoft.com/office/powerpoint/2010/main" val="532891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93896-1806-ABCA-30CE-7052B92F6C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2927AB-8574-0007-7B4B-6D6040F6829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5180F6A-23B0-2536-B3A6-0BFC2AA3B8AE}"/>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3BC9C0EF-10F1-82C4-6784-7B6A634CC479}"/>
              </a:ext>
            </a:extLst>
          </p:cNvPr>
          <p:cNvSpPr>
            <a:spLocks noGrp="1"/>
          </p:cNvSpPr>
          <p:nvPr>
            <p:ph type="sldNum" sz="quarter" idx="5"/>
          </p:nvPr>
        </p:nvSpPr>
        <p:spPr/>
      </p:sp>
    </p:spTree>
    <p:extLst>
      <p:ext uri="{BB962C8B-B14F-4D97-AF65-F5344CB8AC3E}">
        <p14:creationId xmlns:p14="http://schemas.microsoft.com/office/powerpoint/2010/main" val="11645207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FEB6D-7AE2-411A-A6E3-7ACCFAC8BA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D4CD8C-D276-2F1B-E785-8CE02D542DE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14DC7B4-8705-0FD6-393C-10DF7B49536D}"/>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891726E4-4B21-DEC4-2886-8270469BD505}"/>
              </a:ext>
            </a:extLst>
          </p:cNvPr>
          <p:cNvSpPr>
            <a:spLocks noGrp="1"/>
          </p:cNvSpPr>
          <p:nvPr>
            <p:ph type="sldNum" sz="quarter" idx="5"/>
          </p:nvPr>
        </p:nvSpPr>
        <p:spPr/>
      </p:sp>
    </p:spTree>
    <p:extLst>
      <p:ext uri="{BB962C8B-B14F-4D97-AF65-F5344CB8AC3E}">
        <p14:creationId xmlns:p14="http://schemas.microsoft.com/office/powerpoint/2010/main" val="10319202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BF882-ABE9-CB2F-4EBA-42CB927C12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4994AF-88E8-094D-E16B-F2FF2EDCD5B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0D7F539-29EC-525D-DDE4-8E45C58E3F36}"/>
              </a:ext>
            </a:extLst>
          </p:cNvPr>
          <p:cNvSpPr>
            <a:spLocks noGrp="1"/>
          </p:cNvSpPr>
          <p:nvPr>
            <p:ph type="body" sz="quarter" idx="3"/>
          </p:nvPr>
        </p:nvSpPr>
        <p:spPr/>
        <p:txBody>
          <a:bodyPr/>
          <a:lstStyle/>
          <a:p>
            <a:r>
              <a:rPr lang="fr-FR" dirty="0"/>
              <a:t>Vérifier les connaissances élémentaires</a:t>
            </a:r>
            <a:endParaRPr dirty="0"/>
          </a:p>
        </p:txBody>
      </p:sp>
      <p:sp>
        <p:nvSpPr>
          <p:cNvPr id="4" name="Slide Number Placeholder 3">
            <a:extLst>
              <a:ext uri="{FF2B5EF4-FFF2-40B4-BE49-F238E27FC236}">
                <a16:creationId xmlns:a16="http://schemas.microsoft.com/office/drawing/2014/main" id="{E7F1B2AF-10DB-3D02-F290-1E2C925092D3}"/>
              </a:ext>
            </a:extLst>
          </p:cNvPr>
          <p:cNvSpPr>
            <a:spLocks noGrp="1"/>
          </p:cNvSpPr>
          <p:nvPr>
            <p:ph type="sldNum" sz="quarter" idx="5"/>
          </p:nvPr>
        </p:nvSpPr>
        <p:spPr/>
      </p:sp>
    </p:spTree>
    <p:extLst>
      <p:ext uri="{BB962C8B-B14F-4D97-AF65-F5344CB8AC3E}">
        <p14:creationId xmlns:p14="http://schemas.microsoft.com/office/powerpoint/2010/main" val="4612225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22E0F-DF4A-18A5-03D7-DD3BA8E8D6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BE6443-FA2C-4F86-ECFC-04598B61577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3F845E6-9F47-4E7F-660F-FC6F3A8F8F2B}"/>
              </a:ext>
            </a:extLst>
          </p:cNvPr>
          <p:cNvSpPr>
            <a:spLocks noGrp="1"/>
          </p:cNvSpPr>
          <p:nvPr>
            <p:ph type="body" sz="quarter" idx="3"/>
          </p:nvPr>
        </p:nvSpPr>
        <p:spPr/>
        <p:txBody>
          <a:bodyPr/>
          <a:lstStyle/>
          <a:p>
            <a:r>
              <a:rPr lang="fr-FR" dirty="0"/>
              <a:t>Montrer partage </a:t>
            </a:r>
            <a:r>
              <a:rPr lang="fr-FR" dirty="0" err="1"/>
              <a:t>écrandev</a:t>
            </a:r>
            <a:r>
              <a:rPr lang="fr-FR" dirty="0"/>
              <a:t> </a:t>
            </a:r>
            <a:r>
              <a:rPr lang="fr-FR" dirty="0" err="1"/>
              <a:t>tool</a:t>
            </a:r>
            <a:r>
              <a:rPr lang="fr-FR" dirty="0"/>
              <a:t> et onglet network (pour api privée). Indiqué que architecture HTML pas toujours fidèle au visuel (CSS+JS modifie ordre et affichage page)</a:t>
            </a:r>
            <a:endParaRPr dirty="0"/>
          </a:p>
        </p:txBody>
      </p:sp>
      <p:sp>
        <p:nvSpPr>
          <p:cNvPr id="4" name="Slide Number Placeholder 3">
            <a:extLst>
              <a:ext uri="{FF2B5EF4-FFF2-40B4-BE49-F238E27FC236}">
                <a16:creationId xmlns:a16="http://schemas.microsoft.com/office/drawing/2014/main" id="{DE5EA8EE-67F9-C672-D938-EA1A8DC3E4C2}"/>
              </a:ext>
            </a:extLst>
          </p:cNvPr>
          <p:cNvSpPr>
            <a:spLocks noGrp="1"/>
          </p:cNvSpPr>
          <p:nvPr>
            <p:ph type="sldNum" sz="quarter" idx="5"/>
          </p:nvPr>
        </p:nvSpPr>
        <p:spPr/>
      </p:sp>
    </p:spTree>
    <p:extLst>
      <p:ext uri="{BB962C8B-B14F-4D97-AF65-F5344CB8AC3E}">
        <p14:creationId xmlns:p14="http://schemas.microsoft.com/office/powerpoint/2010/main" val="20881519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99073-5CCF-1859-05CA-67AAA31B6E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4490ED-27B4-BDC5-841C-44BF4A04506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4978A14-07E0-0553-E36B-E1699C8207F8}"/>
              </a:ext>
            </a:extLst>
          </p:cNvPr>
          <p:cNvSpPr>
            <a:spLocks noGrp="1"/>
          </p:cNvSpPr>
          <p:nvPr>
            <p:ph type="body" sz="quarter" idx="3"/>
          </p:nvPr>
        </p:nvSpPr>
        <p:spPr/>
        <p:txBody>
          <a:bodyPr/>
          <a:lstStyle/>
          <a:p>
            <a:r>
              <a:rPr lang="fr-FR" dirty="0"/>
              <a:t>Comparaison statique vs dynamique (avec JS, si dynamique html </a:t>
            </a:r>
            <a:r>
              <a:rPr lang="fr-FR" dirty="0" err="1"/>
              <a:t>css</a:t>
            </a:r>
            <a:r>
              <a:rPr lang="fr-FR" dirty="0"/>
              <a:t>, c’est « statique »). Parler des </a:t>
            </a:r>
            <a:r>
              <a:rPr lang="fr-FR" dirty="0" err="1"/>
              <a:t>framework</a:t>
            </a:r>
            <a:r>
              <a:rPr lang="fr-FR" dirty="0"/>
              <a:t> JS. Parler </a:t>
            </a:r>
            <a:r>
              <a:rPr lang="fr-FR" dirty="0" err="1"/>
              <a:t>sellenium</a:t>
            </a:r>
            <a:r>
              <a:rPr lang="fr-FR" dirty="0"/>
              <a:t>: run un navigateur donc plus lourd, plus lent, </a:t>
            </a:r>
            <a:r>
              <a:rPr lang="fr-FR" dirty="0" err="1"/>
              <a:t>etc</a:t>
            </a:r>
            <a:endParaRPr dirty="0"/>
          </a:p>
        </p:txBody>
      </p:sp>
      <p:sp>
        <p:nvSpPr>
          <p:cNvPr id="4" name="Slide Number Placeholder 3">
            <a:extLst>
              <a:ext uri="{FF2B5EF4-FFF2-40B4-BE49-F238E27FC236}">
                <a16:creationId xmlns:a16="http://schemas.microsoft.com/office/drawing/2014/main" id="{0B7AF8C8-F7B3-2C90-1515-6EA5B8D5D351}"/>
              </a:ext>
            </a:extLst>
          </p:cNvPr>
          <p:cNvSpPr>
            <a:spLocks noGrp="1"/>
          </p:cNvSpPr>
          <p:nvPr>
            <p:ph type="sldNum" sz="quarter" idx="5"/>
          </p:nvPr>
        </p:nvSpPr>
        <p:spPr/>
      </p:sp>
    </p:spTree>
    <p:extLst>
      <p:ext uri="{BB962C8B-B14F-4D97-AF65-F5344CB8AC3E}">
        <p14:creationId xmlns:p14="http://schemas.microsoft.com/office/powerpoint/2010/main" val="13175890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A4C2B-49A6-8921-3821-81235DAE2C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8760CC-C77E-BB54-BF99-2DA55B4754F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A7F4E64-D1B7-35CA-9C1E-C6FB0761D782}"/>
              </a:ext>
            </a:extLst>
          </p:cNvPr>
          <p:cNvSpPr>
            <a:spLocks noGrp="1"/>
          </p:cNvSpPr>
          <p:nvPr>
            <p:ph type="body" sz="quarter" idx="3"/>
          </p:nvPr>
        </p:nvSpPr>
        <p:spPr/>
        <p:txBody>
          <a:bodyPr/>
          <a:lstStyle/>
          <a:p>
            <a:r>
              <a:rPr lang="fr-FR" dirty="0"/>
              <a:t>Comparaison bs4 basique (mais utilisation pour </a:t>
            </a:r>
            <a:r>
              <a:rPr lang="fr-FR" dirty="0" err="1"/>
              <a:t>parser</a:t>
            </a:r>
            <a:r>
              <a:rPr lang="fr-FR" dirty="0"/>
              <a:t> même avec </a:t>
            </a:r>
            <a:r>
              <a:rPr lang="fr-FR" dirty="0" err="1"/>
              <a:t>selnium</a:t>
            </a:r>
            <a:r>
              <a:rPr lang="fr-FR" dirty="0"/>
              <a:t>) et navigation </a:t>
            </a:r>
            <a:r>
              <a:rPr lang="fr-FR" dirty="0" err="1"/>
              <a:t>selenium</a:t>
            </a:r>
            <a:r>
              <a:rPr lang="fr-FR" dirty="0"/>
              <a:t> + action (click). Utile pour accepter cookies, fermer pop up etc. Parler des </a:t>
            </a:r>
            <a:r>
              <a:rPr lang="fr-FR" dirty="0" err="1"/>
              <a:t>selecteurs</a:t>
            </a:r>
            <a:r>
              <a:rPr lang="fr-FR" dirty="0"/>
              <a:t> CSS utilisables (ainsi que </a:t>
            </a:r>
            <a:r>
              <a:rPr lang="fr-FR" dirty="0" err="1"/>
              <a:t>Xpath</a:t>
            </a:r>
            <a:r>
              <a:rPr lang="fr-FR" dirty="0"/>
              <a:t>)</a:t>
            </a:r>
            <a:endParaRPr dirty="0"/>
          </a:p>
        </p:txBody>
      </p:sp>
      <p:sp>
        <p:nvSpPr>
          <p:cNvPr id="4" name="Slide Number Placeholder 3">
            <a:extLst>
              <a:ext uri="{FF2B5EF4-FFF2-40B4-BE49-F238E27FC236}">
                <a16:creationId xmlns:a16="http://schemas.microsoft.com/office/drawing/2014/main" id="{F64FAB9F-3F39-6D95-DDBC-975325D11456}"/>
              </a:ext>
            </a:extLst>
          </p:cNvPr>
          <p:cNvSpPr>
            <a:spLocks noGrp="1"/>
          </p:cNvSpPr>
          <p:nvPr>
            <p:ph type="sldNum" sz="quarter" idx="5"/>
          </p:nvPr>
        </p:nvSpPr>
        <p:spPr/>
      </p:sp>
    </p:spTree>
    <p:extLst>
      <p:ext uri="{BB962C8B-B14F-4D97-AF65-F5344CB8AC3E}">
        <p14:creationId xmlns:p14="http://schemas.microsoft.com/office/powerpoint/2010/main" val="28495327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B299B-9A3B-1718-DB43-7D307FCF39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5DEBB1-0ED5-B47C-CF4A-1B5D0F6CCA7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B059645-3597-3CBE-9125-9F550319BCC4}"/>
              </a:ext>
            </a:extLst>
          </p:cNvPr>
          <p:cNvSpPr>
            <a:spLocks noGrp="1"/>
          </p:cNvSpPr>
          <p:nvPr>
            <p:ph type="body" sz="quarter" idx="3"/>
          </p:nvPr>
        </p:nvSpPr>
        <p:spPr/>
        <p:txBody>
          <a:bodyPr/>
          <a:lstStyle/>
          <a:p>
            <a:r>
              <a:rPr lang="fr-FR" dirty="0"/>
              <a:t>Parler aspects légaux, notamment données accessible publiquement/gratuitement peut être limité pour la récupération via programme automatique (alors que sous payés des gens de pays sous développer là pas de problème). Parler de la concurrence et des acteurs de l’IA.</a:t>
            </a:r>
            <a:endParaRPr dirty="0"/>
          </a:p>
        </p:txBody>
      </p:sp>
      <p:sp>
        <p:nvSpPr>
          <p:cNvPr id="4" name="Slide Number Placeholder 3">
            <a:extLst>
              <a:ext uri="{FF2B5EF4-FFF2-40B4-BE49-F238E27FC236}">
                <a16:creationId xmlns:a16="http://schemas.microsoft.com/office/drawing/2014/main" id="{185F4107-FCB7-8F72-7C33-331247B5CB27}"/>
              </a:ext>
            </a:extLst>
          </p:cNvPr>
          <p:cNvSpPr>
            <a:spLocks noGrp="1"/>
          </p:cNvSpPr>
          <p:nvPr>
            <p:ph type="sldNum" sz="quarter" idx="5"/>
          </p:nvPr>
        </p:nvSpPr>
        <p:spPr/>
      </p:sp>
    </p:spTree>
    <p:extLst>
      <p:ext uri="{BB962C8B-B14F-4D97-AF65-F5344CB8AC3E}">
        <p14:creationId xmlns:p14="http://schemas.microsoft.com/office/powerpoint/2010/main" val="4705775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94721-E01F-F6FB-4FDF-9ABAE19E71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9A4B10-F976-D026-A8FB-1D27A79176B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E94328D-24C6-56B0-D2FF-80C6E3231DB8}"/>
              </a:ext>
            </a:extLst>
          </p:cNvPr>
          <p:cNvSpPr>
            <a:spLocks noGrp="1"/>
          </p:cNvSpPr>
          <p:nvPr>
            <p:ph type="body" sz="quarter" idx="3"/>
          </p:nvPr>
        </p:nvSpPr>
        <p:spPr/>
        <p:txBody>
          <a:bodyPr/>
          <a:lstStyle/>
          <a:p>
            <a:r>
              <a:rPr lang="fr-FR" dirty="0"/>
              <a:t>Lister les </a:t>
            </a:r>
            <a:r>
              <a:rPr lang="fr-FR" dirty="0" err="1"/>
              <a:t>limiations</a:t>
            </a:r>
            <a:r>
              <a:rPr lang="fr-FR" dirty="0"/>
              <a:t>( user agents, adresse IP, croisement de données, </a:t>
            </a:r>
            <a:r>
              <a:rPr lang="fr-FR" dirty="0" err="1"/>
              <a:t>compotement</a:t>
            </a:r>
            <a:r>
              <a:rPr lang="fr-FR" dirty="0"/>
              <a:t> anormaux comme navigation rapide, accès direct aux pages, captcha, courbe du </a:t>
            </a:r>
            <a:r>
              <a:rPr lang="fr-FR" dirty="0" err="1"/>
              <a:t>cuseur</a:t>
            </a:r>
            <a:r>
              <a:rPr lang="fr-FR" dirty="0"/>
              <a:t>, contact tactile, </a:t>
            </a:r>
            <a:r>
              <a:rPr lang="fr-FR" dirty="0" err="1"/>
              <a:t>etc</a:t>
            </a:r>
            <a:r>
              <a:rPr lang="fr-FR" dirty="0"/>
              <a:t>)</a:t>
            </a:r>
            <a:endParaRPr dirty="0"/>
          </a:p>
        </p:txBody>
      </p:sp>
      <p:sp>
        <p:nvSpPr>
          <p:cNvPr id="4" name="Slide Number Placeholder 3">
            <a:extLst>
              <a:ext uri="{FF2B5EF4-FFF2-40B4-BE49-F238E27FC236}">
                <a16:creationId xmlns:a16="http://schemas.microsoft.com/office/drawing/2014/main" id="{C63D5697-CF34-2E79-A819-4EF2201016A4}"/>
              </a:ext>
            </a:extLst>
          </p:cNvPr>
          <p:cNvSpPr>
            <a:spLocks noGrp="1"/>
          </p:cNvSpPr>
          <p:nvPr>
            <p:ph type="sldNum" sz="quarter" idx="5"/>
          </p:nvPr>
        </p:nvSpPr>
        <p:spPr/>
      </p:sp>
    </p:spTree>
    <p:extLst>
      <p:ext uri="{BB962C8B-B14F-4D97-AF65-F5344CB8AC3E}">
        <p14:creationId xmlns:p14="http://schemas.microsoft.com/office/powerpoint/2010/main" val="35719216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3F160-5E52-5557-0CA0-C6048E4515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D18088-B176-50DD-CDF4-5A00AA7E5CC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5072DE3-597B-EE84-0C33-FBEFE7C44FAC}"/>
              </a:ext>
            </a:extLst>
          </p:cNvPr>
          <p:cNvSpPr>
            <a:spLocks noGrp="1"/>
          </p:cNvSpPr>
          <p:nvPr>
            <p:ph type="body" sz="quarter" idx="3"/>
          </p:nvPr>
        </p:nvSpPr>
        <p:spPr/>
        <p:txBody>
          <a:bodyPr/>
          <a:lstStyle/>
          <a:p>
            <a:r>
              <a:rPr lang="fr-FR" dirty="0"/>
              <a:t>Lister les </a:t>
            </a:r>
            <a:r>
              <a:rPr lang="fr-FR" dirty="0" err="1"/>
              <a:t>limiations</a:t>
            </a:r>
            <a:r>
              <a:rPr lang="fr-FR" dirty="0"/>
              <a:t>( user agents, adresse IP, croisement de données, </a:t>
            </a:r>
            <a:r>
              <a:rPr lang="fr-FR" dirty="0" err="1"/>
              <a:t>compotement</a:t>
            </a:r>
            <a:r>
              <a:rPr lang="fr-FR" dirty="0"/>
              <a:t> anormaux comme navigation rapide, accès direct aux pages, captcha, courbe du </a:t>
            </a:r>
            <a:r>
              <a:rPr lang="fr-FR" dirty="0" err="1"/>
              <a:t>cuseur</a:t>
            </a:r>
            <a:r>
              <a:rPr lang="fr-FR" dirty="0"/>
              <a:t>, contact tactile, </a:t>
            </a:r>
            <a:r>
              <a:rPr lang="fr-FR" dirty="0" err="1"/>
              <a:t>etc</a:t>
            </a:r>
            <a:r>
              <a:rPr lang="fr-FR" dirty="0"/>
              <a:t>)</a:t>
            </a:r>
            <a:endParaRPr dirty="0"/>
          </a:p>
        </p:txBody>
      </p:sp>
      <p:sp>
        <p:nvSpPr>
          <p:cNvPr id="4" name="Slide Number Placeholder 3">
            <a:extLst>
              <a:ext uri="{FF2B5EF4-FFF2-40B4-BE49-F238E27FC236}">
                <a16:creationId xmlns:a16="http://schemas.microsoft.com/office/drawing/2014/main" id="{C09FB700-7FBC-8D4A-62ED-A39586C4FE6C}"/>
              </a:ext>
            </a:extLst>
          </p:cNvPr>
          <p:cNvSpPr>
            <a:spLocks noGrp="1"/>
          </p:cNvSpPr>
          <p:nvPr>
            <p:ph type="sldNum" sz="quarter" idx="5"/>
          </p:nvPr>
        </p:nvSpPr>
        <p:spPr/>
      </p:sp>
    </p:spTree>
    <p:extLst>
      <p:ext uri="{BB962C8B-B14F-4D97-AF65-F5344CB8AC3E}">
        <p14:creationId xmlns:p14="http://schemas.microsoft.com/office/powerpoint/2010/main" val="29578886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13D33-16DD-92AF-C8AF-839DA36E25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91CF90-056C-7F0E-98BE-698F6A61DE3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1A17C00-F91F-FCE9-DDE1-E56D35189640}"/>
              </a:ext>
            </a:extLst>
          </p:cNvPr>
          <p:cNvSpPr>
            <a:spLocks noGrp="1"/>
          </p:cNvSpPr>
          <p:nvPr>
            <p:ph type="body" sz="quarter" idx="3"/>
          </p:nvPr>
        </p:nvSpPr>
        <p:spPr/>
        <p:txBody>
          <a:bodyPr/>
          <a:lstStyle/>
          <a:p>
            <a:r>
              <a:rPr lang="fr-FR" dirty="0"/>
              <a:t>Points attribués pour la mise en place d’éléments supplémentaire liés aux limitations des sites (proxy, user-agent </a:t>
            </a:r>
            <a:r>
              <a:rPr lang="fr-FR" dirty="0" err="1"/>
              <a:t>etc</a:t>
            </a:r>
            <a:r>
              <a:rPr lang="fr-FR" dirty="0"/>
              <a:t>) et pour la stabilité du </a:t>
            </a:r>
            <a:r>
              <a:rPr lang="fr-FR" dirty="0" err="1"/>
              <a:t>scraping</a:t>
            </a:r>
            <a:r>
              <a:rPr lang="fr-FR" dirty="0"/>
              <a:t> (</a:t>
            </a:r>
            <a:r>
              <a:rPr lang="fr-FR" dirty="0" err="1"/>
              <a:t>try</a:t>
            </a:r>
            <a:r>
              <a:rPr lang="fr-FR" dirty="0"/>
              <a:t> catch, plusieurs versions du </a:t>
            </a:r>
            <a:r>
              <a:rPr lang="fr-FR" dirty="0" err="1"/>
              <a:t>scraping</a:t>
            </a:r>
            <a:r>
              <a:rPr lang="fr-FR" dirty="0"/>
              <a:t> en cas d’échec, utilisation IA en cas d’</a:t>
            </a:r>
            <a:r>
              <a:rPr lang="fr-FR" dirty="0" err="1"/>
              <a:t>echec</a:t>
            </a:r>
            <a:r>
              <a:rPr lang="fr-FR" dirty="0"/>
              <a:t> pour récupérer la donnée. Point bonus pout qualité de normalisation des marques et classifications. Bonus sur orchestration (script orchestrateur et run régulier)</a:t>
            </a:r>
            <a:endParaRPr dirty="0"/>
          </a:p>
        </p:txBody>
      </p:sp>
      <p:sp>
        <p:nvSpPr>
          <p:cNvPr id="4" name="Slide Number Placeholder 3">
            <a:extLst>
              <a:ext uri="{FF2B5EF4-FFF2-40B4-BE49-F238E27FC236}">
                <a16:creationId xmlns:a16="http://schemas.microsoft.com/office/drawing/2014/main" id="{88905A89-BB05-2D92-AD0D-17BD277BD8EF}"/>
              </a:ext>
            </a:extLst>
          </p:cNvPr>
          <p:cNvSpPr>
            <a:spLocks noGrp="1"/>
          </p:cNvSpPr>
          <p:nvPr>
            <p:ph type="sldNum" sz="quarter" idx="5"/>
          </p:nvPr>
        </p:nvSpPr>
        <p:spPr/>
      </p:sp>
    </p:spTree>
    <p:extLst>
      <p:ext uri="{BB962C8B-B14F-4D97-AF65-F5344CB8AC3E}">
        <p14:creationId xmlns:p14="http://schemas.microsoft.com/office/powerpoint/2010/main" val="33496799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
        <p:nvSpPr>
          <p:cNvPr id="8" name="ZoneTexte 7">
            <a:extLst>
              <a:ext uri="{FF2B5EF4-FFF2-40B4-BE49-F238E27FC236}">
                <a16:creationId xmlns:a16="http://schemas.microsoft.com/office/drawing/2014/main" id="{DD81C546-1361-7176-F98F-2904B050BFA9}"/>
              </a:ext>
            </a:extLst>
          </p:cNvPr>
          <p:cNvSpPr txBox="1"/>
          <p:nvPr userDrawn="1">
            <p:extLst>
              <p:ext uri="{1162E1C5-73C7-4A58-AE30-91384D911F3F}">
                <p184:classification xmlns:p184="http://schemas.microsoft.com/office/powerpoint/2018/4/main" val="ftr"/>
              </p:ext>
            </p:extLst>
          </p:nvPr>
        </p:nvSpPr>
        <p:spPr>
          <a:xfrm>
            <a:off x="3019425" y="6642100"/>
            <a:ext cx="3130550" cy="152400"/>
          </a:xfrm>
          <a:prstGeom prst="rect">
            <a:avLst/>
          </a:prstGeom>
        </p:spPr>
        <p:txBody>
          <a:bodyPr horzOverflow="overflow" lIns="0" tIns="0" rIns="0" bIns="0">
            <a:spAutoFit/>
          </a:bodyPr>
          <a:lstStyle/>
          <a:p>
            <a:pPr algn="l"/>
            <a:r>
              <a:rPr lang="fr-FR" sz="1000">
                <a:solidFill>
                  <a:srgbClr val="000000">
                    <a:alpha val="50000"/>
                  </a:srgbClr>
                </a:solidFill>
                <a:latin typeface="Aptos" panose="020B0004020202020204" pitchFamily="34" charset="0"/>
              </a:rPr>
              <a:t>Confidential - Not for Public Consumption or Distribution</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0"/>
            <a:ext cx="8229600" cy="1143000"/>
          </a:xfrm>
        </p:spPr>
        <p:txBody>
          <a:bodyPr/>
          <a:lstStyle/>
          <a:p>
            <a:r>
              <a:rPr lang="fr-FR" dirty="0"/>
              <a:t>Atelier collecte de données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C4615-F069-E0F4-F733-39CD5F1EDD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432502-FEFD-2F7A-EEF6-338754168CFB}"/>
              </a:ext>
            </a:extLst>
          </p:cNvPr>
          <p:cNvSpPr>
            <a:spLocks noGrp="1"/>
          </p:cNvSpPr>
          <p:nvPr>
            <p:ph type="title"/>
          </p:nvPr>
        </p:nvSpPr>
        <p:spPr/>
        <p:txBody>
          <a:bodyPr>
            <a:normAutofit/>
          </a:bodyPr>
          <a:lstStyle/>
          <a:p>
            <a:r>
              <a:rPr lang="fr-FR" dirty="0"/>
              <a:t>Problème business</a:t>
            </a:r>
            <a:endParaRPr dirty="0"/>
          </a:p>
        </p:txBody>
      </p:sp>
      <p:sp>
        <p:nvSpPr>
          <p:cNvPr id="3" name="Content Placeholder 2">
            <a:extLst>
              <a:ext uri="{FF2B5EF4-FFF2-40B4-BE49-F238E27FC236}">
                <a16:creationId xmlns:a16="http://schemas.microsoft.com/office/drawing/2014/main" id="{92E458E4-5FB6-18D2-D624-49604B0A78E8}"/>
              </a:ext>
            </a:extLst>
          </p:cNvPr>
          <p:cNvSpPr>
            <a:spLocks noGrp="1"/>
          </p:cNvSpPr>
          <p:nvPr>
            <p:ph idx="1"/>
          </p:nvPr>
        </p:nvSpPr>
        <p:spPr/>
        <p:txBody>
          <a:bodyPr/>
          <a:lstStyle/>
          <a:p>
            <a:r>
              <a:rPr lang="fr-FR" dirty="0"/>
              <a:t>Besoin de surveiller la  concurrence en tant que manager de centre commercial</a:t>
            </a:r>
          </a:p>
          <a:p>
            <a:r>
              <a:rPr lang="fr-FR" dirty="0"/>
              <a:t>Connaitre les marques existantes dans les autres centres</a:t>
            </a:r>
          </a:p>
          <a:p>
            <a:r>
              <a:rPr lang="fr-FR" dirty="0"/>
              <a:t>Surveiller les ouverture et fermeture de magasins</a:t>
            </a:r>
          </a:p>
          <a:p>
            <a:r>
              <a:rPr lang="fr-FR" dirty="0"/>
              <a:t>Avoir une idée de la composition des centres des concurrents</a:t>
            </a:r>
          </a:p>
        </p:txBody>
      </p:sp>
    </p:spTree>
    <p:extLst>
      <p:ext uri="{BB962C8B-B14F-4D97-AF65-F5344CB8AC3E}">
        <p14:creationId xmlns:p14="http://schemas.microsoft.com/office/powerpoint/2010/main" val="67328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A26B8-8DEC-8285-4A00-A83A9ADC1E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ECA03-143C-0111-056D-F465437ACF06}"/>
              </a:ext>
            </a:extLst>
          </p:cNvPr>
          <p:cNvSpPr>
            <a:spLocks noGrp="1"/>
          </p:cNvSpPr>
          <p:nvPr>
            <p:ph type="title"/>
          </p:nvPr>
        </p:nvSpPr>
        <p:spPr/>
        <p:txBody>
          <a:bodyPr>
            <a:normAutofit/>
          </a:bodyPr>
          <a:lstStyle/>
          <a:p>
            <a:r>
              <a:rPr lang="fr-FR" dirty="0"/>
              <a:t>Problème business</a:t>
            </a:r>
            <a:endParaRPr dirty="0"/>
          </a:p>
        </p:txBody>
      </p:sp>
      <p:pic>
        <p:nvPicPr>
          <p:cNvPr id="5" name="Image 4">
            <a:extLst>
              <a:ext uri="{FF2B5EF4-FFF2-40B4-BE49-F238E27FC236}">
                <a16:creationId xmlns:a16="http://schemas.microsoft.com/office/drawing/2014/main" id="{E463F85A-485B-6310-2B0C-19DEF210B890}"/>
              </a:ext>
            </a:extLst>
          </p:cNvPr>
          <p:cNvPicPr>
            <a:picLocks noChangeAspect="1"/>
          </p:cNvPicPr>
          <p:nvPr/>
        </p:nvPicPr>
        <p:blipFill>
          <a:blip r:embed="rId3"/>
          <a:stretch>
            <a:fillRect/>
          </a:stretch>
        </p:blipFill>
        <p:spPr>
          <a:xfrm>
            <a:off x="177800" y="1593205"/>
            <a:ext cx="5037502" cy="4558357"/>
          </a:xfrm>
          <a:prstGeom prst="rect">
            <a:avLst/>
          </a:prstGeom>
        </p:spPr>
      </p:pic>
      <p:sp>
        <p:nvSpPr>
          <p:cNvPr id="6" name="ZoneTexte 5">
            <a:extLst>
              <a:ext uri="{FF2B5EF4-FFF2-40B4-BE49-F238E27FC236}">
                <a16:creationId xmlns:a16="http://schemas.microsoft.com/office/drawing/2014/main" id="{943FB79F-B98B-B48A-8A93-B36E5DDB7C5A}"/>
              </a:ext>
            </a:extLst>
          </p:cNvPr>
          <p:cNvSpPr txBox="1"/>
          <p:nvPr/>
        </p:nvSpPr>
        <p:spPr>
          <a:xfrm>
            <a:off x="346469" y="1263749"/>
            <a:ext cx="4868833" cy="307777"/>
          </a:xfrm>
          <a:prstGeom prst="rect">
            <a:avLst/>
          </a:prstGeom>
          <a:noFill/>
        </p:spPr>
        <p:txBody>
          <a:bodyPr wrap="none" rtlCol="0">
            <a:spAutoFit/>
          </a:bodyPr>
          <a:lstStyle/>
          <a:p>
            <a:r>
              <a:rPr lang="fr-FR" sz="1400" i="1" dirty="0"/>
              <a:t>Exemple d’une liste de boutique sur un site de centre commercial</a:t>
            </a:r>
          </a:p>
        </p:txBody>
      </p:sp>
      <p:sp>
        <p:nvSpPr>
          <p:cNvPr id="7" name="ZoneTexte 6">
            <a:extLst>
              <a:ext uri="{FF2B5EF4-FFF2-40B4-BE49-F238E27FC236}">
                <a16:creationId xmlns:a16="http://schemas.microsoft.com/office/drawing/2014/main" id="{EC70B689-3D14-4275-176B-6BC286BD4D9A}"/>
              </a:ext>
            </a:extLst>
          </p:cNvPr>
          <p:cNvSpPr txBox="1"/>
          <p:nvPr/>
        </p:nvSpPr>
        <p:spPr>
          <a:xfrm>
            <a:off x="5215303" y="1752600"/>
            <a:ext cx="3750898" cy="1477328"/>
          </a:xfrm>
          <a:prstGeom prst="rect">
            <a:avLst/>
          </a:prstGeom>
          <a:noFill/>
        </p:spPr>
        <p:txBody>
          <a:bodyPr wrap="square" rtlCol="0">
            <a:spAutoFit/>
          </a:bodyPr>
          <a:lstStyle/>
          <a:p>
            <a:pPr marL="285750" indent="-285750">
              <a:buFont typeface="Arial" panose="020B0604020202020204" pitchFamily="34" charset="0"/>
              <a:buChar char="•"/>
            </a:pPr>
            <a:r>
              <a:rPr lang="fr-FR" dirty="0"/>
              <a:t>Comment identifier les nouveaux magasins ?</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a:t>Comment avoir le nombre de magasin lié à la mode ?</a:t>
            </a:r>
          </a:p>
        </p:txBody>
      </p:sp>
    </p:spTree>
    <p:extLst>
      <p:ext uri="{BB962C8B-B14F-4D97-AF65-F5344CB8AC3E}">
        <p14:creationId xmlns:p14="http://schemas.microsoft.com/office/powerpoint/2010/main" val="1088589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16BCC-FC91-E33B-87FF-718A9FA260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FE5075-A59F-F4F3-B96B-61458DAE00F3}"/>
              </a:ext>
            </a:extLst>
          </p:cNvPr>
          <p:cNvSpPr>
            <a:spLocks noGrp="1"/>
          </p:cNvSpPr>
          <p:nvPr>
            <p:ph type="title"/>
          </p:nvPr>
        </p:nvSpPr>
        <p:spPr/>
        <p:txBody>
          <a:bodyPr>
            <a:normAutofit/>
          </a:bodyPr>
          <a:lstStyle/>
          <a:p>
            <a:r>
              <a:rPr lang="fr-FR" dirty="0"/>
              <a:t>Problème technique</a:t>
            </a:r>
            <a:endParaRPr dirty="0"/>
          </a:p>
        </p:txBody>
      </p:sp>
      <p:sp>
        <p:nvSpPr>
          <p:cNvPr id="3" name="Content Placeholder 2">
            <a:extLst>
              <a:ext uri="{FF2B5EF4-FFF2-40B4-BE49-F238E27FC236}">
                <a16:creationId xmlns:a16="http://schemas.microsoft.com/office/drawing/2014/main" id="{9CB3AF81-1FA3-7393-B2FC-24372FD8715E}"/>
              </a:ext>
            </a:extLst>
          </p:cNvPr>
          <p:cNvSpPr>
            <a:spLocks noGrp="1"/>
          </p:cNvSpPr>
          <p:nvPr>
            <p:ph idx="1"/>
          </p:nvPr>
        </p:nvSpPr>
        <p:spPr/>
        <p:txBody>
          <a:bodyPr/>
          <a:lstStyle/>
          <a:p>
            <a:r>
              <a:rPr lang="fr-FR" dirty="0"/>
              <a:t>Pas de données BDD open source existante</a:t>
            </a:r>
          </a:p>
          <a:p>
            <a:r>
              <a:rPr lang="fr-FR" dirty="0"/>
              <a:t>Pas d’API fiable</a:t>
            </a:r>
          </a:p>
          <a:p>
            <a:r>
              <a:rPr lang="fr-FR" dirty="0"/>
              <a:t>Solution tierce trop couteuse</a:t>
            </a:r>
            <a:endParaRPr dirty="0"/>
          </a:p>
        </p:txBody>
      </p:sp>
    </p:spTree>
    <p:extLst>
      <p:ext uri="{BB962C8B-B14F-4D97-AF65-F5344CB8AC3E}">
        <p14:creationId xmlns:p14="http://schemas.microsoft.com/office/powerpoint/2010/main" val="2789193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DE179-BBA1-91C5-BA23-635204BB58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16C8D9-2CB8-AAFB-A460-2011C28F4937}"/>
              </a:ext>
            </a:extLst>
          </p:cNvPr>
          <p:cNvSpPr>
            <a:spLocks noGrp="1"/>
          </p:cNvSpPr>
          <p:nvPr>
            <p:ph type="title"/>
          </p:nvPr>
        </p:nvSpPr>
        <p:spPr/>
        <p:txBody>
          <a:bodyPr>
            <a:normAutofit/>
          </a:bodyPr>
          <a:lstStyle/>
          <a:p>
            <a:r>
              <a:rPr lang="fr-FR" dirty="0"/>
              <a:t>Objectif</a:t>
            </a:r>
            <a:endParaRPr dirty="0"/>
          </a:p>
        </p:txBody>
      </p:sp>
      <p:sp>
        <p:nvSpPr>
          <p:cNvPr id="3" name="Content Placeholder 2">
            <a:extLst>
              <a:ext uri="{FF2B5EF4-FFF2-40B4-BE49-F238E27FC236}">
                <a16:creationId xmlns:a16="http://schemas.microsoft.com/office/drawing/2014/main" id="{B84154C6-7251-1FCD-F014-4BD244451A55}"/>
              </a:ext>
            </a:extLst>
          </p:cNvPr>
          <p:cNvSpPr>
            <a:spLocks noGrp="1"/>
          </p:cNvSpPr>
          <p:nvPr>
            <p:ph idx="1"/>
          </p:nvPr>
        </p:nvSpPr>
        <p:spPr/>
        <p:txBody>
          <a:bodyPr/>
          <a:lstStyle/>
          <a:p>
            <a:r>
              <a:rPr lang="fr-FR" dirty="0"/>
              <a:t>Créer une base de données des centres commerciaux européens avec leurs magasins et l’historique des ouvertures &amp; fermetures</a:t>
            </a:r>
            <a:endParaRPr dirty="0"/>
          </a:p>
        </p:txBody>
      </p:sp>
    </p:spTree>
    <p:extLst>
      <p:ext uri="{BB962C8B-B14F-4D97-AF65-F5344CB8AC3E}">
        <p14:creationId xmlns:p14="http://schemas.microsoft.com/office/powerpoint/2010/main" val="4283541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18090-0AAF-ACDD-DB94-DF876162CB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AD8CF2-02A2-A408-C5FA-DAC787E1C737}"/>
              </a:ext>
            </a:extLst>
          </p:cNvPr>
          <p:cNvSpPr>
            <a:spLocks noGrp="1"/>
          </p:cNvSpPr>
          <p:nvPr>
            <p:ph type="title"/>
          </p:nvPr>
        </p:nvSpPr>
        <p:spPr/>
        <p:txBody>
          <a:bodyPr>
            <a:normAutofit/>
          </a:bodyPr>
          <a:lstStyle/>
          <a:p>
            <a:r>
              <a:rPr lang="fr-FR" dirty="0"/>
              <a:t>Solution envisagée</a:t>
            </a:r>
            <a:endParaRPr dirty="0"/>
          </a:p>
        </p:txBody>
      </p:sp>
      <p:sp>
        <p:nvSpPr>
          <p:cNvPr id="3" name="Content Placeholder 2">
            <a:extLst>
              <a:ext uri="{FF2B5EF4-FFF2-40B4-BE49-F238E27FC236}">
                <a16:creationId xmlns:a16="http://schemas.microsoft.com/office/drawing/2014/main" id="{63631CD2-70BC-9088-F788-0CA82A3ADE27}"/>
              </a:ext>
            </a:extLst>
          </p:cNvPr>
          <p:cNvSpPr>
            <a:spLocks noGrp="1"/>
          </p:cNvSpPr>
          <p:nvPr>
            <p:ph idx="1"/>
          </p:nvPr>
        </p:nvSpPr>
        <p:spPr/>
        <p:txBody>
          <a:bodyPr/>
          <a:lstStyle/>
          <a:p>
            <a:r>
              <a:rPr lang="fr-FR" dirty="0"/>
              <a:t>Pipeline automatique d’ingestion de données par </a:t>
            </a:r>
            <a:r>
              <a:rPr lang="fr-FR" dirty="0" err="1"/>
              <a:t>scraping</a:t>
            </a:r>
            <a:r>
              <a:rPr lang="fr-FR" dirty="0"/>
              <a:t> </a:t>
            </a:r>
            <a:endParaRPr dirty="0"/>
          </a:p>
        </p:txBody>
      </p:sp>
    </p:spTree>
    <p:extLst>
      <p:ext uri="{BB962C8B-B14F-4D97-AF65-F5344CB8AC3E}">
        <p14:creationId xmlns:p14="http://schemas.microsoft.com/office/powerpoint/2010/main" val="43786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3C0BF-72E8-FE91-37E7-64BFEE62D2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43EA30-4122-6DA4-25F5-5083C9A97FBC}"/>
              </a:ext>
            </a:extLst>
          </p:cNvPr>
          <p:cNvSpPr>
            <a:spLocks noGrp="1"/>
          </p:cNvSpPr>
          <p:nvPr>
            <p:ph type="title"/>
          </p:nvPr>
        </p:nvSpPr>
        <p:spPr/>
        <p:txBody>
          <a:bodyPr>
            <a:normAutofit/>
          </a:bodyPr>
          <a:lstStyle/>
          <a:p>
            <a:r>
              <a:rPr lang="fr-FR" dirty="0"/>
              <a:t>Fonctionnement site internet</a:t>
            </a:r>
            <a:endParaRPr dirty="0"/>
          </a:p>
        </p:txBody>
      </p:sp>
      <p:sp>
        <p:nvSpPr>
          <p:cNvPr id="3" name="Content Placeholder 2">
            <a:extLst>
              <a:ext uri="{FF2B5EF4-FFF2-40B4-BE49-F238E27FC236}">
                <a16:creationId xmlns:a16="http://schemas.microsoft.com/office/drawing/2014/main" id="{16BC4CC9-78C6-5304-3D2F-3F576CD833CC}"/>
              </a:ext>
            </a:extLst>
          </p:cNvPr>
          <p:cNvSpPr>
            <a:spLocks noGrp="1"/>
          </p:cNvSpPr>
          <p:nvPr>
            <p:ph idx="1"/>
          </p:nvPr>
        </p:nvSpPr>
        <p:spPr/>
        <p:txBody>
          <a:bodyPr/>
          <a:lstStyle/>
          <a:p>
            <a:r>
              <a:rPr lang="fr-FR" dirty="0"/>
              <a:t>HTML (structure)</a:t>
            </a:r>
          </a:p>
          <a:p>
            <a:r>
              <a:rPr lang="fr-FR" dirty="0"/>
              <a:t>CSS (design)</a:t>
            </a:r>
          </a:p>
          <a:p>
            <a:r>
              <a:rPr lang="fr-FR" dirty="0"/>
              <a:t>JS (élément dynamique)</a:t>
            </a:r>
            <a:endParaRPr dirty="0"/>
          </a:p>
        </p:txBody>
      </p:sp>
    </p:spTree>
    <p:extLst>
      <p:ext uri="{BB962C8B-B14F-4D97-AF65-F5344CB8AC3E}">
        <p14:creationId xmlns:p14="http://schemas.microsoft.com/office/powerpoint/2010/main" val="2313626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01456-1213-4E53-F825-6D099AE615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6AD57C-8E71-98BA-93B4-238E9815B9DA}"/>
              </a:ext>
            </a:extLst>
          </p:cNvPr>
          <p:cNvSpPr>
            <a:spLocks noGrp="1"/>
          </p:cNvSpPr>
          <p:nvPr>
            <p:ph type="title"/>
          </p:nvPr>
        </p:nvSpPr>
        <p:spPr/>
        <p:txBody>
          <a:bodyPr>
            <a:normAutofit/>
          </a:bodyPr>
          <a:lstStyle/>
          <a:p>
            <a:r>
              <a:rPr lang="fr-FR" dirty="0"/>
              <a:t>Fonctionnement site internet</a:t>
            </a:r>
            <a:endParaRPr dirty="0"/>
          </a:p>
        </p:txBody>
      </p:sp>
      <p:pic>
        <p:nvPicPr>
          <p:cNvPr id="9" name="Image 8">
            <a:extLst>
              <a:ext uri="{FF2B5EF4-FFF2-40B4-BE49-F238E27FC236}">
                <a16:creationId xmlns:a16="http://schemas.microsoft.com/office/drawing/2014/main" id="{E6BC8E3E-A5CE-3F19-0B22-3757C25987F3}"/>
              </a:ext>
            </a:extLst>
          </p:cNvPr>
          <p:cNvPicPr>
            <a:picLocks noChangeAspect="1"/>
          </p:cNvPicPr>
          <p:nvPr/>
        </p:nvPicPr>
        <p:blipFill>
          <a:blip r:embed="rId3"/>
          <a:stretch>
            <a:fillRect/>
          </a:stretch>
        </p:blipFill>
        <p:spPr>
          <a:xfrm>
            <a:off x="0" y="1623771"/>
            <a:ext cx="9144000" cy="2442058"/>
          </a:xfrm>
          <a:prstGeom prst="rect">
            <a:avLst/>
          </a:prstGeom>
        </p:spPr>
      </p:pic>
      <p:sp>
        <p:nvSpPr>
          <p:cNvPr id="10" name="ZoneTexte 9">
            <a:extLst>
              <a:ext uri="{FF2B5EF4-FFF2-40B4-BE49-F238E27FC236}">
                <a16:creationId xmlns:a16="http://schemas.microsoft.com/office/drawing/2014/main" id="{3B262E24-A029-18F1-E763-8799F1733770}"/>
              </a:ext>
            </a:extLst>
          </p:cNvPr>
          <p:cNvSpPr txBox="1"/>
          <p:nvPr/>
        </p:nvSpPr>
        <p:spPr>
          <a:xfrm>
            <a:off x="5410200" y="4089125"/>
            <a:ext cx="2763898" cy="369332"/>
          </a:xfrm>
          <a:prstGeom prst="rect">
            <a:avLst/>
          </a:prstGeom>
          <a:noFill/>
        </p:spPr>
        <p:txBody>
          <a:bodyPr wrap="none" rtlCol="0">
            <a:spAutoFit/>
          </a:bodyPr>
          <a:lstStyle/>
          <a:p>
            <a:r>
              <a:rPr lang="fr-FR" dirty="0"/>
              <a:t>HTML                                CSS</a:t>
            </a:r>
          </a:p>
        </p:txBody>
      </p:sp>
    </p:spTree>
    <p:extLst>
      <p:ext uri="{BB962C8B-B14F-4D97-AF65-F5344CB8AC3E}">
        <p14:creationId xmlns:p14="http://schemas.microsoft.com/office/powerpoint/2010/main" val="727712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BC9E8-A9C4-E5EE-E9B8-EFB4D9FC24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D5301B-75FF-92C5-7B9F-7A33DA1034F5}"/>
              </a:ext>
            </a:extLst>
          </p:cNvPr>
          <p:cNvSpPr>
            <a:spLocks noGrp="1"/>
          </p:cNvSpPr>
          <p:nvPr>
            <p:ph type="title"/>
          </p:nvPr>
        </p:nvSpPr>
        <p:spPr/>
        <p:txBody>
          <a:bodyPr>
            <a:normAutofit/>
          </a:bodyPr>
          <a:lstStyle/>
          <a:p>
            <a:r>
              <a:rPr lang="fr-FR" dirty="0"/>
              <a:t>Récupération du code source</a:t>
            </a:r>
            <a:endParaRPr dirty="0"/>
          </a:p>
        </p:txBody>
      </p:sp>
      <p:pic>
        <p:nvPicPr>
          <p:cNvPr id="4" name="Image 3">
            <a:extLst>
              <a:ext uri="{FF2B5EF4-FFF2-40B4-BE49-F238E27FC236}">
                <a16:creationId xmlns:a16="http://schemas.microsoft.com/office/drawing/2014/main" id="{2B77C8A5-FA04-5A40-A3FB-3A43FC40F3F4}"/>
              </a:ext>
            </a:extLst>
          </p:cNvPr>
          <p:cNvPicPr>
            <a:picLocks noChangeAspect="1"/>
          </p:cNvPicPr>
          <p:nvPr/>
        </p:nvPicPr>
        <p:blipFill>
          <a:blip r:embed="rId3"/>
          <a:stretch>
            <a:fillRect/>
          </a:stretch>
        </p:blipFill>
        <p:spPr>
          <a:xfrm>
            <a:off x="564760" y="2988717"/>
            <a:ext cx="2972215" cy="1629002"/>
          </a:xfrm>
          <a:prstGeom prst="rect">
            <a:avLst/>
          </a:prstGeom>
        </p:spPr>
      </p:pic>
      <p:pic>
        <p:nvPicPr>
          <p:cNvPr id="6" name="Image 5">
            <a:extLst>
              <a:ext uri="{FF2B5EF4-FFF2-40B4-BE49-F238E27FC236}">
                <a16:creationId xmlns:a16="http://schemas.microsoft.com/office/drawing/2014/main" id="{37F85C7A-B270-F2A4-C8C6-778AB91209E0}"/>
              </a:ext>
            </a:extLst>
          </p:cNvPr>
          <p:cNvPicPr>
            <a:picLocks noChangeAspect="1"/>
          </p:cNvPicPr>
          <p:nvPr/>
        </p:nvPicPr>
        <p:blipFill>
          <a:blip r:embed="rId4"/>
          <a:stretch>
            <a:fillRect/>
          </a:stretch>
        </p:blipFill>
        <p:spPr>
          <a:xfrm>
            <a:off x="4931005" y="2988717"/>
            <a:ext cx="3200847" cy="1676634"/>
          </a:xfrm>
          <a:prstGeom prst="rect">
            <a:avLst/>
          </a:prstGeom>
        </p:spPr>
      </p:pic>
      <p:sp>
        <p:nvSpPr>
          <p:cNvPr id="7" name="ZoneTexte 6">
            <a:extLst>
              <a:ext uri="{FF2B5EF4-FFF2-40B4-BE49-F238E27FC236}">
                <a16:creationId xmlns:a16="http://schemas.microsoft.com/office/drawing/2014/main" id="{20C98391-2200-32F6-197D-D56E3E9B1B64}"/>
              </a:ext>
            </a:extLst>
          </p:cNvPr>
          <p:cNvSpPr txBox="1"/>
          <p:nvPr/>
        </p:nvSpPr>
        <p:spPr>
          <a:xfrm>
            <a:off x="1449977" y="2233749"/>
            <a:ext cx="961995" cy="369332"/>
          </a:xfrm>
          <a:prstGeom prst="rect">
            <a:avLst/>
          </a:prstGeom>
          <a:noFill/>
        </p:spPr>
        <p:txBody>
          <a:bodyPr wrap="none" rtlCol="0">
            <a:spAutoFit/>
          </a:bodyPr>
          <a:lstStyle/>
          <a:p>
            <a:r>
              <a:rPr lang="fr-FR" dirty="0"/>
              <a:t>Statique</a:t>
            </a:r>
          </a:p>
        </p:txBody>
      </p:sp>
      <p:sp>
        <p:nvSpPr>
          <p:cNvPr id="8" name="ZoneTexte 7">
            <a:extLst>
              <a:ext uri="{FF2B5EF4-FFF2-40B4-BE49-F238E27FC236}">
                <a16:creationId xmlns:a16="http://schemas.microsoft.com/office/drawing/2014/main" id="{191EF48A-C8BF-CEC1-1587-DB2396446114}"/>
              </a:ext>
            </a:extLst>
          </p:cNvPr>
          <p:cNvSpPr txBox="1"/>
          <p:nvPr/>
        </p:nvSpPr>
        <p:spPr>
          <a:xfrm>
            <a:off x="6050430" y="2233749"/>
            <a:ext cx="1260281" cy="369332"/>
          </a:xfrm>
          <a:prstGeom prst="rect">
            <a:avLst/>
          </a:prstGeom>
          <a:noFill/>
        </p:spPr>
        <p:txBody>
          <a:bodyPr wrap="none" rtlCol="0">
            <a:spAutoFit/>
          </a:bodyPr>
          <a:lstStyle/>
          <a:p>
            <a:r>
              <a:rPr lang="fr-FR" dirty="0"/>
              <a:t>Dynamique</a:t>
            </a:r>
          </a:p>
        </p:txBody>
      </p:sp>
    </p:spTree>
    <p:extLst>
      <p:ext uri="{BB962C8B-B14F-4D97-AF65-F5344CB8AC3E}">
        <p14:creationId xmlns:p14="http://schemas.microsoft.com/office/powerpoint/2010/main" val="2215264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DEBB6-D6E7-D7F5-433B-D2754C0238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58AB0-F1A5-1D73-B7C2-C0BBF69EC288}"/>
              </a:ext>
            </a:extLst>
          </p:cNvPr>
          <p:cNvSpPr>
            <a:spLocks noGrp="1"/>
          </p:cNvSpPr>
          <p:nvPr>
            <p:ph type="title"/>
          </p:nvPr>
        </p:nvSpPr>
        <p:spPr/>
        <p:txBody>
          <a:bodyPr>
            <a:normAutofit/>
          </a:bodyPr>
          <a:lstStyle/>
          <a:p>
            <a:r>
              <a:rPr lang="fr-FR" dirty="0" err="1"/>
              <a:t>Parser</a:t>
            </a:r>
            <a:r>
              <a:rPr lang="fr-FR" dirty="0"/>
              <a:t> et naviguer</a:t>
            </a:r>
            <a:endParaRPr dirty="0"/>
          </a:p>
        </p:txBody>
      </p:sp>
      <p:sp>
        <p:nvSpPr>
          <p:cNvPr id="7" name="ZoneTexte 6">
            <a:extLst>
              <a:ext uri="{FF2B5EF4-FFF2-40B4-BE49-F238E27FC236}">
                <a16:creationId xmlns:a16="http://schemas.microsoft.com/office/drawing/2014/main" id="{876D63BF-9A91-4243-B756-C5160B016B79}"/>
              </a:ext>
            </a:extLst>
          </p:cNvPr>
          <p:cNvSpPr txBox="1"/>
          <p:nvPr/>
        </p:nvSpPr>
        <p:spPr>
          <a:xfrm>
            <a:off x="1449977" y="2233749"/>
            <a:ext cx="1487908" cy="369332"/>
          </a:xfrm>
          <a:prstGeom prst="rect">
            <a:avLst/>
          </a:prstGeom>
          <a:noFill/>
        </p:spPr>
        <p:txBody>
          <a:bodyPr wrap="none" rtlCol="0">
            <a:spAutoFit/>
          </a:bodyPr>
          <a:lstStyle/>
          <a:p>
            <a:r>
              <a:rPr lang="fr-FR" dirty="0" err="1"/>
              <a:t>Beautifulsoup</a:t>
            </a:r>
            <a:endParaRPr lang="fr-FR" dirty="0"/>
          </a:p>
        </p:txBody>
      </p:sp>
      <p:sp>
        <p:nvSpPr>
          <p:cNvPr id="8" name="ZoneTexte 7">
            <a:extLst>
              <a:ext uri="{FF2B5EF4-FFF2-40B4-BE49-F238E27FC236}">
                <a16:creationId xmlns:a16="http://schemas.microsoft.com/office/drawing/2014/main" id="{2BDBE015-A409-CC3A-D438-18AAC9793721}"/>
              </a:ext>
            </a:extLst>
          </p:cNvPr>
          <p:cNvSpPr txBox="1"/>
          <p:nvPr/>
        </p:nvSpPr>
        <p:spPr>
          <a:xfrm>
            <a:off x="6050430" y="2233749"/>
            <a:ext cx="1039067" cy="369332"/>
          </a:xfrm>
          <a:prstGeom prst="rect">
            <a:avLst/>
          </a:prstGeom>
          <a:noFill/>
        </p:spPr>
        <p:txBody>
          <a:bodyPr wrap="none" rtlCol="0">
            <a:spAutoFit/>
          </a:bodyPr>
          <a:lstStyle/>
          <a:p>
            <a:r>
              <a:rPr lang="fr-FR" dirty="0" err="1"/>
              <a:t>selenium</a:t>
            </a:r>
            <a:endParaRPr lang="fr-FR" dirty="0"/>
          </a:p>
        </p:txBody>
      </p:sp>
      <p:pic>
        <p:nvPicPr>
          <p:cNvPr id="5" name="Image 4">
            <a:extLst>
              <a:ext uri="{FF2B5EF4-FFF2-40B4-BE49-F238E27FC236}">
                <a16:creationId xmlns:a16="http://schemas.microsoft.com/office/drawing/2014/main" id="{CEA8308A-D49A-EE55-8307-75675D7C0B53}"/>
              </a:ext>
            </a:extLst>
          </p:cNvPr>
          <p:cNvPicPr>
            <a:picLocks noChangeAspect="1"/>
          </p:cNvPicPr>
          <p:nvPr/>
        </p:nvPicPr>
        <p:blipFill>
          <a:blip r:embed="rId3"/>
          <a:stretch>
            <a:fillRect/>
          </a:stretch>
        </p:blipFill>
        <p:spPr>
          <a:xfrm>
            <a:off x="283241" y="2846110"/>
            <a:ext cx="4288760" cy="3002132"/>
          </a:xfrm>
          <a:prstGeom prst="rect">
            <a:avLst/>
          </a:prstGeom>
        </p:spPr>
      </p:pic>
      <p:pic>
        <p:nvPicPr>
          <p:cNvPr id="12" name="Image 11">
            <a:extLst>
              <a:ext uri="{FF2B5EF4-FFF2-40B4-BE49-F238E27FC236}">
                <a16:creationId xmlns:a16="http://schemas.microsoft.com/office/drawing/2014/main" id="{6645DFB9-F99D-B965-B994-7A8D6F5BBE07}"/>
              </a:ext>
            </a:extLst>
          </p:cNvPr>
          <p:cNvPicPr>
            <a:picLocks noChangeAspect="1"/>
          </p:cNvPicPr>
          <p:nvPr/>
        </p:nvPicPr>
        <p:blipFill>
          <a:blip r:embed="rId4"/>
          <a:stretch>
            <a:fillRect/>
          </a:stretch>
        </p:blipFill>
        <p:spPr>
          <a:xfrm>
            <a:off x="4572000" y="2968248"/>
            <a:ext cx="4313038" cy="2757856"/>
          </a:xfrm>
          <a:prstGeom prst="rect">
            <a:avLst/>
          </a:prstGeom>
        </p:spPr>
      </p:pic>
    </p:spTree>
    <p:extLst>
      <p:ext uri="{BB962C8B-B14F-4D97-AF65-F5344CB8AC3E}">
        <p14:creationId xmlns:p14="http://schemas.microsoft.com/office/powerpoint/2010/main" val="3756100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81533-DE47-A091-20D7-DF28B71BF3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7A5E9B-BD6A-595A-60B3-21A133A57D76}"/>
              </a:ext>
            </a:extLst>
          </p:cNvPr>
          <p:cNvSpPr>
            <a:spLocks noGrp="1"/>
          </p:cNvSpPr>
          <p:nvPr>
            <p:ph type="title"/>
          </p:nvPr>
        </p:nvSpPr>
        <p:spPr/>
        <p:txBody>
          <a:bodyPr>
            <a:normAutofit/>
          </a:bodyPr>
          <a:lstStyle/>
          <a:p>
            <a:r>
              <a:rPr lang="fr-FR" dirty="0"/>
              <a:t>Legal</a:t>
            </a:r>
            <a:endParaRPr dirty="0"/>
          </a:p>
        </p:txBody>
      </p:sp>
      <p:sp>
        <p:nvSpPr>
          <p:cNvPr id="3" name="ZoneTexte 2">
            <a:extLst>
              <a:ext uri="{FF2B5EF4-FFF2-40B4-BE49-F238E27FC236}">
                <a16:creationId xmlns:a16="http://schemas.microsoft.com/office/drawing/2014/main" id="{A2C57BA7-9408-0A27-8939-39244CD412D6}"/>
              </a:ext>
            </a:extLst>
          </p:cNvPr>
          <p:cNvSpPr txBox="1"/>
          <p:nvPr/>
        </p:nvSpPr>
        <p:spPr>
          <a:xfrm>
            <a:off x="613954" y="1946366"/>
            <a:ext cx="4017382" cy="923330"/>
          </a:xfrm>
          <a:prstGeom prst="rect">
            <a:avLst/>
          </a:prstGeom>
          <a:noFill/>
        </p:spPr>
        <p:txBody>
          <a:bodyPr wrap="none" rtlCol="0">
            <a:spAutoFit/>
          </a:bodyPr>
          <a:lstStyle/>
          <a:p>
            <a:pPr marL="285750" indent="-285750">
              <a:buFont typeface="Arial" panose="020B0604020202020204" pitchFamily="34" charset="0"/>
              <a:buChar char="•"/>
            </a:pPr>
            <a:r>
              <a:rPr lang="fr-FR" dirty="0"/>
              <a:t>Respect du robots.txt</a:t>
            </a:r>
          </a:p>
          <a:p>
            <a:pPr marL="285750" indent="-285750">
              <a:buFont typeface="Arial" panose="020B0604020202020204" pitchFamily="34" charset="0"/>
              <a:buChar char="•"/>
            </a:pPr>
            <a:r>
              <a:rPr lang="fr-FR" dirty="0"/>
              <a:t>Respect CGU / Copyright</a:t>
            </a:r>
          </a:p>
          <a:p>
            <a:pPr marL="285750" indent="-285750">
              <a:buFont typeface="Arial" panose="020B0604020202020204" pitchFamily="34" charset="0"/>
              <a:buChar char="•"/>
            </a:pPr>
            <a:r>
              <a:rPr lang="fr-FR" dirty="0"/>
              <a:t>Données publiques et </a:t>
            </a:r>
            <a:r>
              <a:rPr lang="fr-FR" dirty="0" err="1"/>
              <a:t>reglementation</a:t>
            </a:r>
            <a:endParaRPr lang="fr-FR" dirty="0"/>
          </a:p>
        </p:txBody>
      </p:sp>
    </p:spTree>
    <p:extLst>
      <p:ext uri="{BB962C8B-B14F-4D97-AF65-F5344CB8AC3E}">
        <p14:creationId xmlns:p14="http://schemas.microsoft.com/office/powerpoint/2010/main" val="927951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E18EE-BF37-541C-D278-963C86AF20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584848-98FB-F74C-151A-7A40DCC70438}"/>
              </a:ext>
            </a:extLst>
          </p:cNvPr>
          <p:cNvSpPr>
            <a:spLocks noGrp="1"/>
          </p:cNvSpPr>
          <p:nvPr>
            <p:ph type="title"/>
          </p:nvPr>
        </p:nvSpPr>
        <p:spPr/>
        <p:txBody>
          <a:bodyPr>
            <a:normAutofit/>
          </a:bodyPr>
          <a:lstStyle/>
          <a:p>
            <a:r>
              <a:rPr lang="fr-FR" dirty="0"/>
              <a:t>Limitations</a:t>
            </a:r>
            <a:endParaRPr dirty="0"/>
          </a:p>
        </p:txBody>
      </p:sp>
      <p:sp>
        <p:nvSpPr>
          <p:cNvPr id="3" name="ZoneTexte 2">
            <a:extLst>
              <a:ext uri="{FF2B5EF4-FFF2-40B4-BE49-F238E27FC236}">
                <a16:creationId xmlns:a16="http://schemas.microsoft.com/office/drawing/2014/main" id="{85DC3F55-EF4D-19E6-1C7B-7099AA528D56}"/>
              </a:ext>
            </a:extLst>
          </p:cNvPr>
          <p:cNvSpPr txBox="1"/>
          <p:nvPr/>
        </p:nvSpPr>
        <p:spPr>
          <a:xfrm>
            <a:off x="613954" y="1946366"/>
            <a:ext cx="7662739" cy="1477328"/>
          </a:xfrm>
          <a:prstGeom prst="rect">
            <a:avLst/>
          </a:prstGeom>
          <a:noFill/>
        </p:spPr>
        <p:txBody>
          <a:bodyPr wrap="none" rtlCol="0">
            <a:spAutoFit/>
          </a:bodyPr>
          <a:lstStyle/>
          <a:p>
            <a:pPr marL="285750" indent="-285750">
              <a:buFont typeface="Arial" panose="020B0604020202020204" pitchFamily="34" charset="0"/>
              <a:buChar char="•"/>
            </a:pPr>
            <a:r>
              <a:rPr lang="fr-FR" dirty="0"/>
              <a:t>Identification de la machine (user agent)</a:t>
            </a:r>
          </a:p>
          <a:p>
            <a:pPr marL="285750" indent="-285750">
              <a:buFont typeface="Arial" panose="020B0604020202020204" pitchFamily="34" charset="0"/>
              <a:buChar char="•"/>
            </a:pPr>
            <a:r>
              <a:rPr lang="fr-FR" dirty="0"/>
              <a:t>Adresse IP</a:t>
            </a:r>
          </a:p>
          <a:p>
            <a:pPr marL="285750" indent="-285750">
              <a:buFont typeface="Arial" panose="020B0604020202020204" pitchFamily="34" charset="0"/>
              <a:buChar char="•"/>
            </a:pPr>
            <a:r>
              <a:rPr lang="fr-FR" dirty="0"/>
              <a:t>Croisement des données du client (navigateur VS user agent VS IP VS langue)</a:t>
            </a:r>
          </a:p>
          <a:p>
            <a:pPr marL="285750" indent="-285750">
              <a:buFont typeface="Arial" panose="020B0604020202020204" pitchFamily="34" charset="0"/>
              <a:buChar char="•"/>
            </a:pPr>
            <a:r>
              <a:rPr lang="fr-FR" dirty="0"/>
              <a:t>Comportement anormal</a:t>
            </a:r>
          </a:p>
          <a:p>
            <a:pPr marL="285750" indent="-285750">
              <a:buFont typeface="Arial" panose="020B0604020202020204" pitchFamily="34" charset="0"/>
              <a:buChar char="•"/>
            </a:pPr>
            <a:r>
              <a:rPr lang="fr-FR" dirty="0"/>
              <a:t>Captcha</a:t>
            </a:r>
          </a:p>
        </p:txBody>
      </p:sp>
    </p:spTree>
    <p:extLst>
      <p:ext uri="{BB962C8B-B14F-4D97-AF65-F5344CB8AC3E}">
        <p14:creationId xmlns:p14="http://schemas.microsoft.com/office/powerpoint/2010/main" val="3174876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C5E67-6FB8-4335-5BC6-27FAF58F52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C1AF5D-7D71-8223-567A-4BC70A099B27}"/>
              </a:ext>
            </a:extLst>
          </p:cNvPr>
          <p:cNvSpPr>
            <a:spLocks noGrp="1"/>
          </p:cNvSpPr>
          <p:nvPr>
            <p:ph type="title"/>
          </p:nvPr>
        </p:nvSpPr>
        <p:spPr/>
        <p:txBody>
          <a:bodyPr>
            <a:normAutofit/>
          </a:bodyPr>
          <a:lstStyle/>
          <a:p>
            <a:r>
              <a:rPr lang="fr-FR" dirty="0"/>
              <a:t>Instabilités</a:t>
            </a:r>
            <a:endParaRPr dirty="0"/>
          </a:p>
        </p:txBody>
      </p:sp>
      <p:sp>
        <p:nvSpPr>
          <p:cNvPr id="3" name="ZoneTexte 2">
            <a:extLst>
              <a:ext uri="{FF2B5EF4-FFF2-40B4-BE49-F238E27FC236}">
                <a16:creationId xmlns:a16="http://schemas.microsoft.com/office/drawing/2014/main" id="{1E1CCDAF-504D-B119-716F-F2D506327570}"/>
              </a:ext>
            </a:extLst>
          </p:cNvPr>
          <p:cNvSpPr txBox="1"/>
          <p:nvPr/>
        </p:nvSpPr>
        <p:spPr>
          <a:xfrm>
            <a:off x="613954" y="1946366"/>
            <a:ext cx="7523855" cy="923330"/>
          </a:xfrm>
          <a:prstGeom prst="rect">
            <a:avLst/>
          </a:prstGeom>
          <a:noFill/>
        </p:spPr>
        <p:txBody>
          <a:bodyPr wrap="none" rtlCol="0">
            <a:spAutoFit/>
          </a:bodyPr>
          <a:lstStyle/>
          <a:p>
            <a:pPr marL="285750" indent="-285750">
              <a:buFont typeface="Arial" panose="020B0604020202020204" pitchFamily="34" charset="0"/>
              <a:buChar char="•"/>
            </a:pPr>
            <a:r>
              <a:rPr lang="fr-FR" dirty="0"/>
              <a:t>Modification du site (design, architecture, technologie, classe CSS, titre </a:t>
            </a:r>
            <a:r>
              <a:rPr lang="fr-FR" dirty="0" err="1"/>
              <a:t>etc</a:t>
            </a:r>
            <a:r>
              <a:rPr lang="fr-FR" dirty="0"/>
              <a:t>)</a:t>
            </a:r>
          </a:p>
          <a:p>
            <a:pPr marL="285750" indent="-285750">
              <a:buFont typeface="Arial" panose="020B0604020202020204" pitchFamily="34" charset="0"/>
              <a:buChar char="•"/>
            </a:pPr>
            <a:r>
              <a:rPr lang="fr-FR" dirty="0"/>
              <a:t>Erreur coté scraper (mauvaise connexion internet, bug de l’infra)</a:t>
            </a:r>
          </a:p>
          <a:p>
            <a:pPr marL="285750" indent="-285750">
              <a:buFont typeface="Arial" panose="020B0604020202020204" pitchFamily="34" charset="0"/>
              <a:buChar char="•"/>
            </a:pPr>
            <a:r>
              <a:rPr lang="fr-FR" dirty="0"/>
              <a:t>Erreur coté site (timeout, site inaccessible)</a:t>
            </a:r>
          </a:p>
        </p:txBody>
      </p:sp>
    </p:spTree>
    <p:extLst>
      <p:ext uri="{BB962C8B-B14F-4D97-AF65-F5344CB8AC3E}">
        <p14:creationId xmlns:p14="http://schemas.microsoft.com/office/powerpoint/2010/main" val="1374079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6AC8B-8D66-AB04-6621-B1AEEB687E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E6B14-F1D9-214A-CFFA-98CD8ACF4293}"/>
              </a:ext>
            </a:extLst>
          </p:cNvPr>
          <p:cNvSpPr>
            <a:spLocks noGrp="1"/>
          </p:cNvSpPr>
          <p:nvPr>
            <p:ph type="title"/>
          </p:nvPr>
        </p:nvSpPr>
        <p:spPr/>
        <p:txBody>
          <a:bodyPr>
            <a:normAutofit/>
          </a:bodyPr>
          <a:lstStyle/>
          <a:p>
            <a:r>
              <a:rPr lang="fr-FR" dirty="0"/>
              <a:t>Rendu</a:t>
            </a:r>
            <a:endParaRPr dirty="0"/>
          </a:p>
        </p:txBody>
      </p:sp>
      <p:sp>
        <p:nvSpPr>
          <p:cNvPr id="3" name="ZoneTexte 2">
            <a:extLst>
              <a:ext uri="{FF2B5EF4-FFF2-40B4-BE49-F238E27FC236}">
                <a16:creationId xmlns:a16="http://schemas.microsoft.com/office/drawing/2014/main" id="{E897162B-872A-8D14-A417-4BB290455719}"/>
              </a:ext>
            </a:extLst>
          </p:cNvPr>
          <p:cNvSpPr txBox="1"/>
          <p:nvPr/>
        </p:nvSpPr>
        <p:spPr>
          <a:xfrm>
            <a:off x="613954" y="1946366"/>
            <a:ext cx="7574702" cy="3970318"/>
          </a:xfrm>
          <a:prstGeom prst="rect">
            <a:avLst/>
          </a:prstGeom>
          <a:noFill/>
        </p:spPr>
        <p:txBody>
          <a:bodyPr wrap="none" rtlCol="0">
            <a:spAutoFit/>
          </a:bodyPr>
          <a:lstStyle/>
          <a:p>
            <a:r>
              <a:rPr lang="fr-FR" dirty="0"/>
              <a:t>Business</a:t>
            </a:r>
          </a:p>
          <a:p>
            <a:pPr marL="285750" indent="-285750">
              <a:buFont typeface="Arial" panose="020B0604020202020204" pitchFamily="34" charset="0"/>
              <a:buChar char="•"/>
            </a:pPr>
            <a:r>
              <a:rPr lang="fr-FR" dirty="0"/>
              <a:t>Base de données exploitable des centres commerciaux et magasins associés</a:t>
            </a:r>
          </a:p>
          <a:p>
            <a:pPr marL="285750" indent="-285750">
              <a:buFont typeface="Arial" panose="020B0604020202020204" pitchFamily="34" charset="0"/>
              <a:buChar char="•"/>
            </a:pPr>
            <a:r>
              <a:rPr lang="fr-FR" dirty="0"/>
              <a:t>Classification des magasins</a:t>
            </a:r>
          </a:p>
          <a:p>
            <a:pPr marL="285750" indent="-285750">
              <a:buFont typeface="Arial" panose="020B0604020202020204" pitchFamily="34" charset="0"/>
              <a:buChar char="•"/>
            </a:pPr>
            <a:r>
              <a:rPr lang="fr-FR" dirty="0"/>
              <a:t>Date d’ouverture et de fermeture</a:t>
            </a:r>
          </a:p>
          <a:p>
            <a:endParaRPr lang="fr-FR" dirty="0"/>
          </a:p>
          <a:p>
            <a:r>
              <a:rPr lang="fr-FR" dirty="0"/>
              <a:t>Technique</a:t>
            </a:r>
          </a:p>
          <a:p>
            <a:pPr marL="285750" indent="-285750">
              <a:buFont typeface="Arial" panose="020B0604020202020204" pitchFamily="34" charset="0"/>
              <a:buChar char="•"/>
            </a:pPr>
            <a:r>
              <a:rPr lang="fr-FR" dirty="0"/>
              <a:t>Données en CSV</a:t>
            </a:r>
          </a:p>
          <a:p>
            <a:pPr marL="285750" indent="-285750">
              <a:buFont typeface="Arial" panose="020B0604020202020204" pitchFamily="34" charset="0"/>
              <a:buChar char="•"/>
            </a:pPr>
            <a:r>
              <a:rPr lang="fr-FR" dirty="0"/>
              <a:t>Extraction des sources des pages obligatoire</a:t>
            </a:r>
          </a:p>
          <a:p>
            <a:pPr marL="285750" indent="-285750">
              <a:buFont typeface="Arial" panose="020B0604020202020204" pitchFamily="34" charset="0"/>
              <a:buChar char="•"/>
            </a:pPr>
            <a:r>
              <a:rPr lang="fr-FR" dirty="0"/>
              <a:t>Code source permettant de reconstruire les données</a:t>
            </a:r>
          </a:p>
          <a:p>
            <a:pPr marL="285750" indent="-285750">
              <a:buFont typeface="Arial" panose="020B0604020202020204" pitchFamily="34" charset="0"/>
              <a:buChar char="•"/>
            </a:pPr>
            <a:r>
              <a:rPr lang="fr-FR" dirty="0"/>
              <a:t>Pipeline sous forme de script python</a:t>
            </a:r>
          </a:p>
          <a:p>
            <a:pPr marL="285750" indent="-285750">
              <a:buFont typeface="Arial" panose="020B0604020202020204" pitchFamily="34" charset="0"/>
              <a:buChar char="•"/>
            </a:pPr>
            <a:r>
              <a:rPr lang="fr-FR" dirty="0"/>
              <a:t>Séparation des étapes en script et données intermédiaires</a:t>
            </a:r>
          </a:p>
          <a:p>
            <a:pPr marL="285750" indent="-285750">
              <a:buFont typeface="Arial" panose="020B0604020202020204" pitchFamily="34" charset="0"/>
              <a:buChar char="•"/>
            </a:pPr>
            <a:r>
              <a:rPr lang="fr-FR" dirty="0"/>
              <a:t>Prise en compte des erreurs de </a:t>
            </a:r>
            <a:r>
              <a:rPr lang="fr-FR" dirty="0" err="1"/>
              <a:t>scraping</a:t>
            </a:r>
            <a:endParaRPr lang="fr-FR" dirty="0"/>
          </a:p>
          <a:p>
            <a:pPr marL="285750" indent="-285750">
              <a:buFont typeface="Arial" panose="020B0604020202020204" pitchFamily="34" charset="0"/>
              <a:buChar char="•"/>
            </a:pPr>
            <a:r>
              <a:rPr lang="fr-FR" dirty="0" err="1"/>
              <a:t>Github</a:t>
            </a:r>
            <a:r>
              <a:rPr lang="fr-FR" dirty="0"/>
              <a:t> (ou </a:t>
            </a:r>
            <a:r>
              <a:rPr lang="fr-FR" dirty="0" err="1"/>
              <a:t>equivalent</a:t>
            </a:r>
            <a:r>
              <a:rPr lang="fr-FR"/>
              <a:t>)</a:t>
            </a:r>
            <a:endParaRPr lang="fr-FR" dirty="0"/>
          </a:p>
          <a:p>
            <a:pPr marL="285750" indent="-285750">
              <a:buFont typeface="Arial" panose="020B0604020202020204" pitchFamily="34" charset="0"/>
              <a:buChar char="•"/>
            </a:pPr>
            <a:endParaRPr lang="fr-FR" dirty="0"/>
          </a:p>
        </p:txBody>
      </p:sp>
    </p:spTree>
    <p:extLst>
      <p:ext uri="{BB962C8B-B14F-4D97-AF65-F5344CB8AC3E}">
        <p14:creationId xmlns:p14="http://schemas.microsoft.com/office/powerpoint/2010/main" val="18608980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468</TotalTime>
  <Words>632</Words>
  <Application>Microsoft Office PowerPoint</Application>
  <PresentationFormat>Affichage à l'écran (4:3)</PresentationFormat>
  <Paragraphs>70</Paragraphs>
  <Slides>14</Slides>
  <Notes>14</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14</vt:i4>
      </vt:variant>
    </vt:vector>
  </HeadingPairs>
  <TitlesOfParts>
    <vt:vector size="18" baseType="lpstr">
      <vt:lpstr>Aptos</vt:lpstr>
      <vt:lpstr>Arial</vt:lpstr>
      <vt:lpstr>Calibri</vt:lpstr>
      <vt:lpstr>Office Theme</vt:lpstr>
      <vt:lpstr>Atelier collecte de données</vt:lpstr>
      <vt:lpstr>Problème business</vt:lpstr>
      <vt:lpstr>Problème business</vt:lpstr>
      <vt:lpstr>Problème technique</vt:lpstr>
      <vt:lpstr>Objectif</vt:lpstr>
      <vt:lpstr>Solution envisagée</vt:lpstr>
      <vt:lpstr>Fonctionnement site internet</vt:lpstr>
      <vt:lpstr>Fonctionnement site internet</vt:lpstr>
      <vt:lpstr>Récupération du code source</vt:lpstr>
      <vt:lpstr>Parser et naviguer</vt:lpstr>
      <vt:lpstr>Legal</vt:lpstr>
      <vt:lpstr>Limitations</vt:lpstr>
      <vt:lpstr>Instabilités</vt:lpstr>
      <vt:lpstr>Rendu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Jean SOLER (Omnicom)</cp:lastModifiedBy>
  <cp:revision>1</cp:revision>
  <dcterms:created xsi:type="dcterms:W3CDTF">2013-01-27T09:14:16Z</dcterms:created>
  <dcterms:modified xsi:type="dcterms:W3CDTF">2026-04-07T15:02:34Z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e19d756-792e-42a1-bcad-4cb9051ddd2d_Enabled">
    <vt:lpwstr>true</vt:lpwstr>
  </property>
  <property fmtid="{D5CDD505-2E9C-101B-9397-08002B2CF9AE}" pid="3" name="MSIP_Label_8e19d756-792e-42a1-bcad-4cb9051ddd2d_SetDate">
    <vt:lpwstr>2026-04-06T20:56:41Z</vt:lpwstr>
  </property>
  <property fmtid="{D5CDD505-2E9C-101B-9397-08002B2CF9AE}" pid="4" name="MSIP_Label_8e19d756-792e-42a1-bcad-4cb9051ddd2d_Method">
    <vt:lpwstr>Standard</vt:lpwstr>
  </property>
  <property fmtid="{D5CDD505-2E9C-101B-9397-08002B2CF9AE}" pid="5" name="MSIP_Label_8e19d756-792e-42a1-bcad-4cb9051ddd2d_Name">
    <vt:lpwstr>Confidential</vt:lpwstr>
  </property>
  <property fmtid="{D5CDD505-2E9C-101B-9397-08002B2CF9AE}" pid="6" name="MSIP_Label_8e19d756-792e-42a1-bcad-4cb9051ddd2d_SiteId">
    <vt:lpwstr>41eb501a-f671-4ce0-a5bf-b64168c3705f</vt:lpwstr>
  </property>
  <property fmtid="{D5CDD505-2E9C-101B-9397-08002B2CF9AE}" pid="7" name="MSIP_Label_8e19d756-792e-42a1-bcad-4cb9051ddd2d_ActionId">
    <vt:lpwstr>c8c3d449-8988-4038-9bc2-465249958412</vt:lpwstr>
  </property>
  <property fmtid="{D5CDD505-2E9C-101B-9397-08002B2CF9AE}" pid="8" name="MSIP_Label_8e19d756-792e-42a1-bcad-4cb9051ddd2d_ContentBits">
    <vt:lpwstr>2</vt:lpwstr>
  </property>
  <property fmtid="{D5CDD505-2E9C-101B-9397-08002B2CF9AE}" pid="9" name="MSIP_Label_8e19d756-792e-42a1-bcad-4cb9051ddd2d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Confidential - Not for Public Consumption or Distribution</vt:lpwstr>
  </property>
</Properties>
</file>